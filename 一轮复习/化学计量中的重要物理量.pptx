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892F7-A50B-8B2F-7A04-5B0E88163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42C435-7518-5141-7EC4-6CF3BB8C7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8E2E0-6C99-0D95-C107-FC7AA3E3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F0C32-A610-66E2-C74F-03F89585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D556F-B046-2D2D-885A-53C94575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25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47499-AC79-DDD3-3107-19E57861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801CCA-2575-D2CD-FA91-5B7CD1BAB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75DBA-18DB-11D9-D66B-527C0285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0C704-4A32-C768-DF5F-529491A4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D227B-E41D-FFF5-189C-11C8B7F2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42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F598A-E534-D171-F57A-FD7684B8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BD5D8B-172C-0D05-F220-8A39EF8A4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1E25FB-7CED-6D85-124F-280CB329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E100D1-9E41-ED5B-423E-3102A470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1F7DE-C525-BD4D-FD05-24EA0C5A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54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99C96-7205-F1F8-5DDC-8803ADBD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66DC3-8B65-ADD0-2080-E44BF37EE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FF854F-A1A7-16FF-7381-0281DDBA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1E08E-1D84-45FD-567B-A198F01E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D5A23-BA11-35A8-31A2-70056E93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C462B0-AE4A-57D3-6EA5-9E83EB43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26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FB4D6-7F0E-D02A-237B-9EAA49A9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C1AB63-1909-9FF7-E505-60665C1C7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11AB2A-BEE1-91FE-7390-5CD471DF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1E1E6B-8FEB-CD6B-6AFC-1ADC02EE7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4713D2-E5FD-E123-5870-1A0BBC0B9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054DFE-F897-A1BB-92AC-61F3B425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7378DD-E5BD-99AE-D772-76902351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B8E1B9-6E26-5D57-F6F2-60504E77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66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E5F52-E9FB-E014-25BE-C6656851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1B721A-3EA3-4F4D-3F4F-98B61D3C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9CB9EE-6ACB-2787-104A-D5B8D169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EC71E3-6AE2-B068-AB25-C5D8A4DA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D00B56-8056-A234-7331-4619DAC0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C1E280-5ADB-2237-C581-C5DE5F5D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3417AD-61B7-7EEF-9E90-9C61D31F2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1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F7FAD-0C78-42E1-B6D2-B8891730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5F771-BD55-9E31-CA8A-B7A4F1B1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7C5AAB-1A29-32E2-8D55-C1812C7D9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F8D61-18CA-13AE-77F7-9FFAC5C6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79037-B50B-6121-E734-5F9E913A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921943-2D58-1B0E-A157-74059EEC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1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C0540-1033-DFAC-48D8-B119A261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129313-6C93-5EE4-479D-DC72DC82A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071773-B1F3-2A07-8B9A-AF8F487F5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7EB82C-5255-2A40-D2FC-031C18B9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A1DFC6-BCFE-9CF0-AC88-B1BB6840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4AA7D-4CC1-FB37-770C-FAE73524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66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DD01B-95FD-2994-8925-C7314976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85ABA5-9F21-A25B-0352-C354E1C6E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A0AA3C-6EBD-9BC6-6142-7518BF6E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34D3E-F387-82EC-2C04-E68FCD81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C7ECE3-B871-3D9E-22AF-F352354B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9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9B0086-B4FA-6918-874C-1E41046F8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599C76-F779-6A82-99F4-F4F0A8BC7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EA54D-569C-42C7-E53D-41ECCF98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E9BAA-CEDB-63D6-2951-7B343B21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C3D27-DAB9-8F22-D985-7C2FCB13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E49F64-4F66-0F5A-88EB-2D5953DC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B470F3-802F-094C-F542-BB128E4C6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A6129-5546-4D74-6935-F4A6E2B5C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C11A9-7903-4625-A9BE-9AC7883BDC68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4E90A-5F72-9A9D-83E1-936272E3D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D1CA1-A2C1-E040-D368-9D2C72FD7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376D3-EC92-4B19-9B0C-9EE0AEF42D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4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23CE174-CD50-BEF0-9F9B-E8FED657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458"/>
            <a:ext cx="12192000" cy="576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6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77FF2A-1D8C-2B94-1929-EB2AF538C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638"/>
            <a:ext cx="12192000" cy="507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7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205514-FFF7-4E4B-AAED-1F899BD5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99" y="0"/>
            <a:ext cx="9047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3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1EDA17-A1F7-E767-C1F7-82A94C1D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24" y="0"/>
            <a:ext cx="11319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41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906D00-6134-64C0-F4E4-C312E566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097"/>
            <a:ext cx="12192000" cy="44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2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CCE7D6-4268-D4D9-C8F8-B21255E5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206"/>
            <a:ext cx="12192000" cy="544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46EC3F-10DB-5B52-00C0-9D521441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1" y="282413"/>
            <a:ext cx="12027518" cy="62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27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FA8C3B-0C5B-6D97-3D89-98CA9418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96" y="0"/>
            <a:ext cx="10620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2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B55B7D-1794-916F-D5BA-93DF2D1FA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84" y="0"/>
            <a:ext cx="11373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6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559484-B649-E283-02E5-D269E482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417"/>
            <a:ext cx="12192000" cy="537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5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72C767-4782-F055-FC75-CDB251BF4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003"/>
            <a:ext cx="12192000" cy="443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38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076E68-1F3C-4EE2-D22B-F8212927B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817"/>
            <a:ext cx="12192000" cy="371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10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929AA7-43A7-023E-DBAA-C608A81A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3" y="285588"/>
            <a:ext cx="11532193" cy="62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1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F00AC7-9A81-07BA-89E4-872D7811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50"/>
            <a:ext cx="12192000" cy="60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1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6D421B-D3EA-F3AB-A722-AE4D6F0B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078" y="1122833"/>
            <a:ext cx="12192000" cy="461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27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2026-09-11T09:37:10Z</dcterms:created>
  <dcterms:modified xsi:type="dcterms:W3CDTF">2026-09-11T13:07:48Z</dcterms:modified>
</cp:coreProperties>
</file>