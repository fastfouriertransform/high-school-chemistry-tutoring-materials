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61BEB-79DA-B5E4-CB6F-340A150FF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2425E65-05BF-A66F-64F1-1246725B0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D55EFA-DFF7-AF99-D568-4D9253AA2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EF6A41-DB8F-6C33-7D98-12A69EE10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A8795D-C95F-79BF-0886-3174EB7A6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676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07F37-3A7E-81D5-F77D-A709D8D7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4EC3B1-B98E-D667-D4C9-5473471B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84F89E-4F97-069C-45A6-B438F07F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B1706-0E3D-7617-ED08-494E60D5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C51D26-919A-8191-4384-AA015CA4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090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4901E-2CF2-1E91-CEED-0C874E27C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15DE9D-1D4F-08DD-843F-FBD281636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F3D0F3-5A6C-64CB-A27E-D936A59F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70B81-FBE8-7020-A12B-EBF01FDEC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0B2D0A-0A6E-FDF3-8F9E-999460CA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762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E0D1A-7FD6-082B-63BB-6C6E18D4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B3667-6946-9A7B-5D59-AE2E4BAFE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84E168-41D2-A0C5-1A63-73CAC1247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C971AA-310F-6EAD-E22F-243FD2B2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642920-3347-7DC5-8BE2-3C9453522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6AF963-352B-4E54-7AB3-91ABECA7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63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7DA685-3EC9-52D7-D631-182A08687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11FEF-F9B4-5937-5CEA-EFFD747BA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50F9D2-228F-15F9-E907-57F1BADC9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933F45-76FE-C10F-2866-AA895BCE6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7120EF6-482A-77A2-408D-6B710D09A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9CE12D9-F836-98B4-A958-BAAEF928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F24050-D13B-A124-E683-4CF2F21C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09DD2C-B74B-B9F4-F7CE-3EDD37F9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232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D12BC-7732-8E81-6A8F-5E18E2616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C6B281-16F0-F157-1F57-4D14463F5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99A23B-3FE4-59EF-2DFD-864790F8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71363E-2431-60FB-3392-5DE4AEF3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964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817E223-BE03-F3E6-E958-CA3107C6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89D1DF6-DE2E-5E9F-E9DB-DA6EBE90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238ECA-CA4B-4FA0-12D4-78FF79641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994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E33D8A-CCA9-B925-9328-5FB4D31E2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5E9B2E-B1A2-5306-B89B-10AF9CE3B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773FE0-DFCE-EEBE-3B01-73DBEE8EF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B5FA12-3259-1AA5-9D4F-1ACFFCC7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4BB1DD-7BFE-56C5-8062-F808363FB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827D38-D923-AA95-7673-27EB284D6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9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2FAC8-A0D3-ABFD-443B-0FD00880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770BE1-AF99-329A-7DB2-6BAA39ECB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685E971-7159-6564-C30D-924B94CF4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FC5915-7864-8018-6C3E-84E2062C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61C03D-DDB2-407E-897E-DCC7AF4F3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66FB4D-1640-33BE-8812-699C67A7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239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499106-B628-EF7B-53E9-4A977142B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3AD0A8-0BBA-6689-394D-BAD8CBC94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3EDE0F-ED61-331D-DA56-4F408B7F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A02179-E6E0-D75E-4897-8B2B90AA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FC5A3-3D75-2754-98BE-72A7985B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52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BFFAA66-0615-D18D-1573-0443261E3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B7B1DC-28D6-AF59-5ADF-66A488990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708B3-9331-1C49-D140-7C6D7286D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DFB48A-8AC6-1417-561A-90C21F01C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C3B419-8164-0257-11E8-1D8F3CA9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66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640BB13-CE3C-C21E-CDA8-B9FA5DE6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8A969C-D1D0-1018-8A4E-8213C1B63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A0246B-B5A5-3291-8A0B-BF1213FEB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8F2F6-02E9-4639-8A12-32006B152B83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8E8F36-5749-4C91-0CE4-0D8FEC9D0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0AA594-5A79-B881-DB72-C6D275CE1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74D5A-224E-4B6A-8A38-D5BBD6E18C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441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43F2BA4-F1B2-0BF1-CB5F-CA3C0A072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0244"/>
            <a:ext cx="12192000" cy="171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8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263B331-577E-80C8-BC53-6EDC42291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658"/>
            <a:ext cx="12192000" cy="632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6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97B907D-98A2-E0EC-05A4-F9868FA4B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0259"/>
            <a:ext cx="12192000" cy="59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44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9D7D65-147A-F4D7-97FA-88C097FD6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19" y="1857294"/>
            <a:ext cx="10922561" cy="314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8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62186C-30BF-CA17-E82C-4925A299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47" y="1844593"/>
            <a:ext cx="10827306" cy="316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35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2</cp:revision>
  <dcterms:created xsi:type="dcterms:W3CDTF">2026-08-03T07:11:16Z</dcterms:created>
  <dcterms:modified xsi:type="dcterms:W3CDTF">2026-08-03T08:21:17Z</dcterms:modified>
</cp:coreProperties>
</file>