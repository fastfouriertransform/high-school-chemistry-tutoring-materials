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0BF8B-F9A5-0E26-77A5-E51B7801E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11021D-11F4-72B7-2022-663B2378F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8B37E-5A1B-57DF-9107-B098895A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5AA924-E75B-2C22-DD32-2BB9D1B8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6A5F15-D954-9439-4868-D66C2E66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467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ACD05-D93F-9943-7D13-55187B578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E6F101-16F6-08A9-A363-79D3B3ABE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27FE56-BCA5-E0EA-7DB5-DD1BE56B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96659C-3CD4-9987-FC21-7B2EB193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C40873-3647-72C7-5437-A2B5DBE5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49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1C775-B361-1976-DF6D-D2A33332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F99FC0-425C-38E4-7096-980F9474A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0EF1A-DB3B-1A2A-1E9A-C974D55B4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3C0241-0DAC-8483-E0D4-D6DA0FEA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5B174F-CB6B-4BBF-9258-18B627DA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58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0A88F-3D60-5CA3-BA0D-FD2877D0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79D9D9-C56C-3E3E-8012-9925DDC95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379331-CDA6-2D36-47D4-7639732DC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F8BB2E-8FFF-CF91-ACB2-5BBAA06E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D17438-E221-13C8-A7BF-8D07770F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2DCE0F-BAF4-ED71-2522-85B2804F8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033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F8937-70DF-2BAA-8ED4-3B112FF1E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92CB5D-4719-2F0E-79B2-173EFF000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36D577-246D-DE0C-5FDA-0D0D76DF2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7F1E4F-6A0C-788B-6A8E-1AF39B2AA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1D0E1C-7D39-C6AE-01AC-4AC63F6C5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F306F0-C84B-9401-3B00-F2CC27D70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41BC26-63DF-D272-D7A3-69CF6F50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FD48C7-D264-0EC1-2915-7CF47C49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190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74721-FCD4-51CB-3BCF-1478E54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DFABAB-1ADE-CC88-E1F3-8F9E5D606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8B3BC5-EAC5-AF9C-5D10-9F1D74652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082369-15EF-3F32-3AB1-7C4083BF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30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17D331-5C16-10EA-B0A4-0E9EE0D7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1306E4-FE4B-D541-4D6E-28CC8C00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88C4A9-57B1-E3DB-BDC1-3FF30456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88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7FB4E-9F1F-688F-93B5-0B989CD1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89EFFA-31F0-2459-A09D-768D9D117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DFF6D0-EC42-F6C3-59A8-A98F8EDA9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556353-63F9-BDAB-866E-00BBEFE8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795910-55CD-9BD3-7F07-C848A26DE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A27127-385D-DE17-456B-EA0AD431E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151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391B6-6D93-99E6-0361-32103588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129400-5279-6BE5-F0BA-1B661E5F0B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2DF0AF-F94F-A0B9-A133-E1D8CB11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105810-DF9A-CF23-AD04-3FFF86B6B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BF3E10-F728-8145-184D-ABB9B7D2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90FC5F-FBF4-E22C-2915-325C2E95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48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5EE5F-8367-53FC-84F3-92AF745E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7D3886-DDE0-93C2-21EB-23FD37D65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343C54-56A7-048A-FBD4-518B0FDF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CDD5C9-2B26-4AF2-DCB6-DEC004F3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908849-1C8A-38BB-43C1-BC68FA8E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06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B7E657-100C-F9E2-5917-5E975C6B83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C705CF-8450-A5F9-BB59-370DEC305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6E9DE8-05B1-5043-CDDE-1280BD88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849D0-D333-2439-71A6-9C8DFB566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B912B-1FB7-93BB-5161-BDE94965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38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7F4D64-A4FB-3ACB-1432-5F991410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BA8B03-8F40-74EB-9363-E9BDEFFDE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B1C2FA-6506-2902-6E85-A2D181C6D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84F2-E02E-42C6-9E08-2E5F973C67A0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2DA051-35C6-60A1-0B65-45E6948A5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4D9B4D-81E4-57B0-728A-66D62E898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7FA80-6112-4830-A6B2-C946CE31F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57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635AEAC-27EB-BF46-B331-88C99F02A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438"/>
            <a:ext cx="12192000" cy="605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D22F859-C40A-0B1D-4282-D82AFB997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4507"/>
            <a:ext cx="12192000" cy="516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9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0C2C50D-CD01-A3B7-EDEA-93841F045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60" y="320515"/>
            <a:ext cx="11265479" cy="62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1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CB5688-2D44-A98B-D632-B8BC898D9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00" y="647557"/>
            <a:ext cx="11659199" cy="556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7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7611A4B-4684-991C-4E5D-90187886C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5862"/>
            <a:ext cx="12192000" cy="26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79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338CCBD-BC76-884C-053C-E9555D9A7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305"/>
            <a:ext cx="12192000" cy="400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03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DC5400-DCC5-51DD-26AA-B35998C31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4796"/>
            <a:ext cx="12192000" cy="440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90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486D6E9-A762-AA5F-3ED1-79E4CFAAC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2801"/>
            <a:ext cx="12192000" cy="417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18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2026-08-04T09:00:26Z</dcterms:created>
  <dcterms:modified xsi:type="dcterms:W3CDTF">2026-08-04T09:00:26Z</dcterms:modified>
</cp:coreProperties>
</file>