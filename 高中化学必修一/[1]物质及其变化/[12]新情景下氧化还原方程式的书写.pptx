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5A05A-1FA6-0DB5-56DA-9F62A8A03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A9B1FF-BA1D-BA28-2B6B-71E515F80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3E6C5A-012F-AA24-327A-341F70998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8758-0E48-425F-96E4-E3F5A959110D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905205-0E5B-FF50-A2A3-834C918E0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32F940-6BF2-5432-8BB8-BF0BE5F75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303B1-6765-4F10-B7F6-3A521EBCC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635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3FF255-E534-F535-17A0-A18CCD05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C49397-B8C7-28AC-457D-3D9A54E8E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D9EEEF-FDDB-FBB6-3479-C4FC144FF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8758-0E48-425F-96E4-E3F5A959110D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EE9E98-5694-510F-84D7-34066A333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F8AA21-B244-2A7A-B7C4-54E2A6F4C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303B1-6765-4F10-B7F6-3A521EBCC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820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89AD1-BFC0-6D3A-EFB5-B685DC5BD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A91F30-EFCE-2A48-A050-BD671A965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DB8291-C1B6-D728-D000-42113379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8758-0E48-425F-96E4-E3F5A959110D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D2772-5858-1414-9554-95BFB6AE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98A88F-1566-64EF-BFF4-AFEB2ACAC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303B1-6765-4F10-B7F6-3A521EBCC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979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781AF3-61AB-4A3A-6DCD-5127A1448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256551-F91F-D9F2-8A76-6032C50BC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7D20B9-0266-2E59-FE7D-A025C792D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616FE3-55BF-B243-E6B4-A7CAC2F4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8758-0E48-425F-96E4-E3F5A959110D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6DF2C2-1627-94E9-03F0-3621A89D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EC0B27-C07D-75FB-1BDC-505C5D14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303B1-6765-4F10-B7F6-3A521EBCC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716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178B7A-390E-4A84-5B08-E05E1DC1E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399DB4-4B3C-56C2-2E43-9D6BC06C8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658374-2097-08A3-F9D3-20F04329F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4CA3361-168E-996B-8ADC-15FD5A5A75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D7E3A7-F056-5E2B-A06F-B0E7DA1E2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119652-AF0C-44AF-AC52-4C914638E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8758-0E48-425F-96E4-E3F5A959110D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B883671-4AE2-A5A5-4BF9-0DC83E61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B282C8-4C58-DE3A-3770-4D443B88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303B1-6765-4F10-B7F6-3A521EBCC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54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C8226-41EE-A284-6B30-ECDE8A6F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BC0BC4-F988-FC9E-FA52-D32FDCE4B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8758-0E48-425F-96E4-E3F5A959110D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89E086-590A-7464-BC5E-A93A416C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F3F96A-9D72-CCAA-6593-198615F7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303B1-6765-4F10-B7F6-3A521EBCC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157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118EF2-5A54-F6DA-98BA-4E9557BA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8758-0E48-425F-96E4-E3F5A959110D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D7487C-9EEB-6D23-812E-BB71A3F9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23685B-7310-F0B4-1090-D2EDC4F0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303B1-6765-4F10-B7F6-3A521EBCC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43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941D64-8A84-B6A4-D5A2-36A582770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A906BB-66FA-1A6C-0720-23C822820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861A8C-FC18-6B4D-428C-A3B62B297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B5C5F3-A425-457A-99C2-3CD71F429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8758-0E48-425F-96E4-E3F5A959110D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991C69-EFAF-E4E4-1D4B-89328451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214B95-5372-5E4F-10D0-000088FB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303B1-6765-4F10-B7F6-3A521EBCC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339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EF364-2392-C678-1149-D60055DD0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5D45187-7E12-1116-BE7E-4A20107E1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545BA2-8963-6889-5ABA-E026D6D63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2787A3-7BAE-D776-B4D7-191006732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8758-0E48-425F-96E4-E3F5A959110D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0F9D70-4998-93D6-436E-2E3C4777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9708DA-8579-2573-8F31-3E6021B6B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303B1-6765-4F10-B7F6-3A521EBCC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419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155C7F-3287-EC02-D912-9F377BAC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92A743-E295-7033-C4ED-162858893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3B6CF1-AD39-6DA4-D8CB-577E847B4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8758-0E48-425F-96E4-E3F5A959110D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B703B7-3AFF-66B4-9D2B-E290EEB4A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D4FC4F-50FD-CA5A-D4B6-3758E88EA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303B1-6765-4F10-B7F6-3A521EBCC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564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549C1E-F22E-DF1F-4AE6-6B73659570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62CE4F-CE27-654F-7A71-295C30546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80CD7D-5B80-63D4-D781-E9E7EA75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78758-0E48-425F-96E4-E3F5A959110D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B8516E-42F0-DC84-EC25-28782C80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41ADDB-CD43-6922-ED45-755F8254B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303B1-6765-4F10-B7F6-3A521EBCC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86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C9A796-A678-C069-62CF-EFAFBEF1E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220573-695C-3670-AB4D-A81FEF41D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1B0D82-6F9B-5D33-D858-46F7A8A9CF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78758-0E48-425F-96E4-E3F5A959110D}" type="datetimeFigureOut">
              <a:rPr lang="zh-CN" altLang="en-US" smtClean="0"/>
              <a:t>2026/8/4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70D8AD-313F-B80A-7A42-82999DF19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110296-8366-2B1A-46C9-B556A0AD2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F303B1-6765-4F10-B7F6-3A521EBCCB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446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2F177E0-6C2A-7E11-BDBA-40E1B7B79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65" y="472923"/>
            <a:ext cx="11087670" cy="591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871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70A8EA-0B9E-8DE4-2A81-413DF221C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81" y="0"/>
            <a:ext cx="11696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2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4E40EF7-4CF6-ABE1-FA32-829D1986F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3112"/>
            <a:ext cx="12192000" cy="395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415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83F3215-8CF9-CD9F-F250-BA4110470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8088"/>
            <a:ext cx="12192000" cy="446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19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333FEE0-888E-B75C-E81C-84791E3EB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230"/>
            <a:ext cx="12192000" cy="551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17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8F6A6AB-0DBD-F3D7-1E93-35745455E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2203"/>
            <a:ext cx="12192000" cy="555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7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2026-08-04T09:05:39Z</dcterms:created>
  <dcterms:modified xsi:type="dcterms:W3CDTF">2026-08-04T09:41:20Z</dcterms:modified>
</cp:coreProperties>
</file>