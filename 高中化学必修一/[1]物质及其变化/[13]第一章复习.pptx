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57" r:id="rId6"/>
    <p:sldId id="258" r:id="rId7"/>
    <p:sldId id="260" r:id="rId8"/>
    <p:sldId id="276" r:id="rId9"/>
    <p:sldId id="261" r:id="rId10"/>
    <p:sldId id="262" r:id="rId11"/>
    <p:sldId id="277" r:id="rId12"/>
    <p:sldId id="278" r:id="rId13"/>
    <p:sldId id="279" r:id="rId14"/>
    <p:sldId id="259" r:id="rId15"/>
    <p:sldId id="280" r:id="rId16"/>
    <p:sldId id="281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FB0FA-A805-5329-1D85-27653B60C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C301DA-53A3-8860-1603-35955A315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FDD1E-48E5-D662-B786-D16541B9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66B0F-DE79-AFBF-8117-B30CE360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1B5502-5C11-771D-ACF0-BDF1A5F7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58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D19EE-DBD6-F8B9-B9F2-FDDA4FB8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41577-2182-FACF-0212-BFDD28F6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EE3EAE-B805-DBB1-D0A2-A8173232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7F33A3-8993-B13E-8EFC-2D169FE8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6DF8EF-3A0B-E702-DE20-A089CE36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95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2A7C8-9CFC-7D70-8CD2-A137864D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251266-7393-915B-5C0C-52EA4D0D6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B18EDE-92EA-9ED3-91AA-63D50B41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DD6C3-4FDA-155E-2254-BCC78E61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27652-5FF9-DDF4-E196-D5A1D39D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64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31F00-8A73-DA5C-C5D6-979CBE7B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C5E11-B06A-6A00-BCC7-16E0920EC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1ED26D-9794-1901-7FB7-D209A8A89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BB1E6B-E102-544A-FB4A-5891A242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A70DC5-388D-ECF2-927B-5250AC1E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CC8788-AC63-A52A-589F-9D039C7C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22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951DB-9BD9-417D-5B19-27763C995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ADA849-5B84-6F25-BF62-97EC115B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A289E4-A458-4CD6-65C1-A3CF560B9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C2A132-FAC4-AD30-64F6-F47C9EB26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01D2A8-68F4-7857-7019-595077BC5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74C20E-7F1D-4F74-E108-F1D1A17D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50653F-682B-AA03-BB68-562A5775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9D83EB-70B8-0C82-25F7-45133EB7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78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CC54C-EB90-B724-C488-4D4FD802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10F279-5D2D-E749-187C-90524DB2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C47565-AE1B-A107-505E-E6E38239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A70632-0988-5600-581D-2716C7E0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1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DAB66C-4E47-F946-062C-A88C0FE5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F87A1D-EBAC-F3CC-8F35-1418945F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AC4833-E42E-66A5-A69D-9936B529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8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089BD-DEE1-4D38-13C2-2A9D29AB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F1008-ED33-17D8-A938-5270FECAC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1B8D34-A873-0FD8-3624-33641198A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E7468F-706E-FEFC-1CC5-1D839C56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CBFADA-E107-D444-7534-108A96233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6607B5-D53C-9953-2265-EB9C3AA1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4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A2557-782E-ECE9-08C0-44512B02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D5DCE5-02CC-FAE8-94A8-C6F00AA65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C58A79-467E-0260-3F0E-259B42CEA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9698A5-6FD2-6EAF-7056-FBF2CDC9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7E91A-1553-8072-8A32-85DA066C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E02875-9A59-C3FC-37B5-18ECF7BC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3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B97A3-44E1-4D20-58D0-28C440B56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EDE5A-27EE-B5A0-6609-A450B6DC6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81A45-4004-EEB7-FA41-92AB9001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C0636-5F60-02F9-CCF7-F1CB86B2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98BF3-EAD7-A83B-C9DE-A1098917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4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EBFB17-B24F-4C4E-BEAB-CADC2AEFD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38AA12-D0BF-0575-46C3-06F64B2E9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070BE-AC7A-603C-FF6C-C6B5B1A7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C1B969-8044-B265-5775-D2382037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56B98-8415-BF73-5991-C5B58492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5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9DB036-23BF-3920-197B-18CFED52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1161F1-0D82-5EAF-7B25-73948B009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5ED05C-07D9-1002-35A5-666BC9AF1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89533-F7F6-4233-88F1-66E41185B12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109719-0319-1490-8080-776726773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FAB9B-DC82-FCC9-EE73-6CB30A2B9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DBA71-AA5C-44D9-9B55-870EC06B6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3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1AEF189-6E30-CFBE-30CA-7280E64FB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217"/>
            <a:ext cx="12192000" cy="587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C8D3286-6AB4-D317-2D0A-7736E1234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16" y="776976"/>
            <a:ext cx="10637167" cy="511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31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7297BBE-21A3-93A2-81B2-BC58FCE2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17" y="448997"/>
            <a:ext cx="10791366" cy="522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71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75CA2A3-5F70-C8E4-0484-2D9870ED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19" y="277745"/>
            <a:ext cx="9811361" cy="59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1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5D054DE-53D0-BA4B-377A-2B419C0EA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9297"/>
            <a:ext cx="12192000" cy="399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79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47FBBFF-9B8A-EDA6-58B3-A5A2EAD6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046"/>
            <a:ext cx="12192000" cy="548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5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2A4087-7043-8AC2-0FE2-0B2457AEF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880"/>
            <a:ext cx="12192000" cy="60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66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5A5F305-5E09-0E4E-E7B3-87D97A583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410"/>
            <a:ext cx="12192000" cy="586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0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69DCF9-D5D2-B223-67EC-CB1F9AD0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81" y="751199"/>
            <a:ext cx="8059275" cy="16385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ABD304-9EC9-DDC6-55B4-439FB3695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1" y="3321725"/>
            <a:ext cx="10917174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62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3D590C3-85AD-8EB2-9FA9-B082B21F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1228418"/>
            <a:ext cx="884996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D26F541-4AB1-AEEE-F595-D2A067F68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320"/>
            <a:ext cx="12192000" cy="43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0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BEBBED-23AA-F5D0-D139-7B83D28F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58" y="1197081"/>
            <a:ext cx="10498283" cy="44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48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629E91-B68D-4C15-B2D8-35E4F21D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13" y="1675592"/>
            <a:ext cx="10392774" cy="35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01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5737B4-EC59-E040-BFC6-78EB4C3BB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8" y="301464"/>
            <a:ext cx="11760804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9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6DAADD8-240B-728A-541F-0DC2D63AD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083"/>
            <a:ext cx="12192000" cy="553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68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8FC0C5-3B93-8287-E587-5E190FF58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85" y="0"/>
            <a:ext cx="10678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0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6401839-20D8-CA01-A1B9-E9FC4F591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1904787"/>
            <a:ext cx="8802328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1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26249A-C420-1512-6C95-5EDF49FBB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1071233"/>
            <a:ext cx="9050013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22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5D3CFF-1D20-B1B9-55E5-A6F44CAB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2152472"/>
            <a:ext cx="901190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7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宽屏</PresentationFormat>
  <Paragraphs>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2026-09-30T17:12:23Z</dcterms:created>
  <dcterms:modified xsi:type="dcterms:W3CDTF">2026-09-30T17:49:39Z</dcterms:modified>
</cp:coreProperties>
</file>