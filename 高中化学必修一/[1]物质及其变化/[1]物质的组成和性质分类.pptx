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156A2-5D9A-1510-B880-EFFDA637C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68E048-9C6F-6C31-D700-18BF5567A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F5F2A4-C4F5-AB88-88EF-84F6C4181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0A534-748F-4D59-B0ED-45D6DAFB6FBB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F4650E-7CCA-9482-B264-C95E70755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47D031-664C-BDC7-6910-C29A4DEA1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0AD9-B9A7-4129-9558-7CD4712AC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54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BBB20-BF10-480D-1CF9-FBBC37846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DD3C1-444C-9DA8-3B1A-5ED216649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B76DE5-A8EE-F9C2-0BD0-5938F5B14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0A534-748F-4D59-B0ED-45D6DAFB6FBB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EF2145-CBF3-275F-5582-28494753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3436F2-0AEB-7253-EF7F-B209FEBE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0AD9-B9A7-4129-9558-7CD4712AC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724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E453C-7942-1894-A717-FF8E1A86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441F2-485E-B6FA-8089-3315A6EB0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71605A-A2DA-3841-CB1C-3DC8533E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0A534-748F-4D59-B0ED-45D6DAFB6FBB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D3E834-8A68-D201-10DB-172358B6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8E3F55-4958-93FE-EC6F-2075523FE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0AD9-B9A7-4129-9558-7CD4712AC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47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A1064E-9239-5450-ABB0-9EC956DFB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A4B6FB-68ED-CB39-74E2-60E5800A8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F367F4-A150-E4FA-6153-C002FBE42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9A0851-0AD7-0D95-87C0-6AFCF652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0A534-748F-4D59-B0ED-45D6DAFB6FBB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AE0B85-11F2-8D38-1C24-AD04950BF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C9FD89-A677-2CD6-AD92-29FC81266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0AD9-B9A7-4129-9558-7CD4712AC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65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C56D88-C613-3ED3-3877-8693B2022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6B414A-7295-7C0F-C154-A6FA806B7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B4854D-9F10-4A5C-AFFC-03675AB93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7FE7B7-C913-E238-9D1F-9A4AB0759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2C38E3-D734-4AC4-8F8C-1021C4B50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6C63E0-ED98-21B3-0EB0-11C54D8F2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0A534-748F-4D59-B0ED-45D6DAFB6FBB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673257-226F-F8C4-29B4-139CC017D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17B93C-B76F-AA03-9DCD-E1FD7166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0AD9-B9A7-4129-9558-7CD4712AC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141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FB0E9-83DF-1FAB-9528-E6AE6E2BF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8491F7-A6E6-655B-C412-3D3AA3006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0A534-748F-4D59-B0ED-45D6DAFB6FBB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5201B1-C030-6AD9-4053-AED661AF8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E59EB2-EEA7-F7CC-5B19-D4B0125E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0AD9-B9A7-4129-9558-7CD4712AC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012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9D3088-B6D2-6637-0654-286AF5C8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0A534-748F-4D59-B0ED-45D6DAFB6FBB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0FEE23-1D59-9C3B-7AC5-34C4B5B1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579405-0CBF-AF73-BA7E-B84F213C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0AD9-B9A7-4129-9558-7CD4712AC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3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4481E-0336-E3EE-2CA8-739070BC1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CCDDA0-B349-E2C7-2ED5-B47142F4B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E895E6-B336-FD06-7A6A-985CD76BA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608DF2-3F88-7605-D20C-C0BA586B3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0A534-748F-4D59-B0ED-45D6DAFB6FBB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6771EB-49E3-3A93-DA1A-E652A8DAE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F54403-2062-9BCD-A8DA-0730D5BC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0AD9-B9A7-4129-9558-7CD4712AC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704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F3A05-92B7-AFC9-36C3-CF627805B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E705EE-982B-E393-38DA-374083610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C14ECE-BFC3-2CB5-1EEA-7C8DEBA47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1E2187-8FDD-6F7E-FE4F-C21DF9BB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0A534-748F-4D59-B0ED-45D6DAFB6FBB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E51638-6CA0-E11D-421E-52036FE24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76E4E9-E292-89BC-6E4E-66DB7ABB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0AD9-B9A7-4129-9558-7CD4712AC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584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1BB16-2BCC-3373-26B0-216BE843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03E30E-25C3-39AE-2FC3-8A678B59A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4B89CE-3C37-82A3-8825-D386D8078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0A534-748F-4D59-B0ED-45D6DAFB6FBB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23C0D9-9478-CA61-3BAD-B882E2BAD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86C306-5D1D-4DA7-5D72-9B745CD0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0AD9-B9A7-4129-9558-7CD4712AC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496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02C7D9-1305-5639-5FC4-08772D5D5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2BD678-1BBA-5898-C3F0-2702D6BE7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CAC9C6-F9AD-3D7E-117B-1ABDE792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0A534-748F-4D59-B0ED-45D6DAFB6FBB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2785F2-A0D4-1F64-A137-8A99F7D9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34EEDB-7708-8758-7D36-4F2D2D0DB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0AD9-B9A7-4129-9558-7CD4712AC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97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F7D8D8-B8D2-0780-73A0-7565D934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1C09F9-A815-5108-298C-0E1EA3DC4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275FF6-3C20-49B7-2722-A5880F0637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0A534-748F-4D59-B0ED-45D6DAFB6FBB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B9D90E-43A2-4CC0-5811-43C2F6F1A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926C8E-058F-EE9B-5533-45B91775A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A00AD9-B9A7-4129-9558-7CD4712AC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507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0E6F0B0-9718-FD18-28E9-4C7B801D0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74" y="647557"/>
            <a:ext cx="11703651" cy="556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7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ABF6A1E-045C-0136-C735-A72A2F663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333"/>
            <a:ext cx="12192000" cy="599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7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61767EF-A1DA-7851-73F6-3E42F0A1B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9297"/>
            <a:ext cx="12192000" cy="399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561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0A53272-93A8-3DA6-48C9-BAFFE5F6C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7046"/>
            <a:ext cx="12192000" cy="548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48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203673B-B3FE-7C2F-E1CA-01FFB90C3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880"/>
            <a:ext cx="12192000" cy="603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00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6C3C579-DA75-AA93-48C4-AB421DBB0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410"/>
            <a:ext cx="12192000" cy="586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821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BE3C3A7-DF0B-E8C2-8D9D-AD1A1D7F3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911" y="1962074"/>
            <a:ext cx="9284177" cy="293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408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1E42EA8-DBF7-C025-D8C7-931DBC1AA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922" y="2644734"/>
            <a:ext cx="7906156" cy="156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87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0FABE4A-4481-33AA-0AF6-D8B6E8883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64" y="2485976"/>
            <a:ext cx="10141471" cy="188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371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533CA34-D9C4-03B2-436F-4CDCAC8F5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78" y="1943023"/>
            <a:ext cx="11551244" cy="29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49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2026-07-29T09:19:24Z</dcterms:created>
  <dcterms:modified xsi:type="dcterms:W3CDTF">2026-09-24T17:04:49Z</dcterms:modified>
</cp:coreProperties>
</file>