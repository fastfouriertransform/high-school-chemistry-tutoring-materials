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4BFC1-EE1D-90D0-B235-68DD93420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FBB9AE-4104-D91F-A862-04916F825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10649C-F719-9C6A-16ED-39F78F4D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E0F15-DE5A-0046-AA28-5EE90656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8BD755-7BC8-6235-8B1C-D91DA6DD8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900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7BBC9-AB89-54E4-54EF-FCAD9AE7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B04AC-D641-A761-A1D8-3C9C2A1B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6271A-797C-4E29-B9B6-FF65BCCC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E3F4EE-7E1D-BAC1-A659-1F9F36CC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D41896-C4A3-F8E0-AB0D-7F97E915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18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893FC-9604-D385-B222-555DEE78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B28083-0614-8DA1-27C1-8D682F949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D57E2C-7DF9-A6AA-3474-7BA6D0C1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82F848-246A-D146-9572-604CCB8C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31C53B-AE68-BE5D-5170-57769249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2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ACC4A-53D0-D064-FB36-39C5932C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30A7E-EE8C-C982-E91F-13F9708DF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84D3BA-17EE-A41E-53A2-46D6E2555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114219-68C0-98EC-0183-B07F0BAF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6C9805-8C55-248B-FE7F-2F51074E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D6A620-C13A-32D1-F41E-A8100096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68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F1FC7-B8C8-36AD-58FA-B02D9111D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BDCA94-3CC4-B349-C5F6-1C74493F0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D11CB5-BADC-0D19-6720-2A2591515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E8B7D2-3EA8-2BC7-26E1-6829C8F4A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534B0E-49C2-8767-5FD7-D58ED0DA4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D583AA-47B2-7666-D7DE-46F2DD36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94F49E-20C4-44AF-6EEC-4C5FBD33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C8A8333-AC1E-C3C8-044B-023C919F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67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820B6-BA61-5AEF-A0B1-FD2D34BA3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437B17-F242-8758-4A60-4F029443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58AF23-2B4D-D80E-F969-9D12D6F4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B87E1F-F10B-9BE0-457A-F1E074343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88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5828AB-2CBB-BB2B-3159-28AB541CA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C42E73-963D-8069-9032-4293763E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F023D-D33C-6665-522C-2F6CDB72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70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23EA5-3562-85BB-6FA7-8A558B757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5D556D-9156-4483-A264-2977EE95A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90FAD9-E062-0FF2-03E9-2E82CF49A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D6406D-9049-4E3A-2605-3F52639E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1BF076-91DC-A9F7-C784-53D05BF6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93A425-1EA7-5726-A3DC-9CEC1BA1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38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E8E94-C45F-F719-FBDB-C973F54E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1233B6-2B14-7B5F-4F0D-368E5CF79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9D2386-2449-1D41-A6ED-638B995E5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F0FEEA-49C7-186C-A37A-6E13F6A9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107F52-FB89-DA12-452D-A312D0658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30DDB3-53D2-20ED-55A0-3DBB32F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2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5F995-6F55-E17C-E241-C41E0F57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A93A41-DD44-3886-DCAB-5162738CD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CE13C-F673-9E3C-1121-EB09F341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578D9-4B3F-9E0C-4902-AA2CC74C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8A558-AD06-B535-52F2-8D4F630C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578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80D252-060F-82C7-9C5D-2923D83E2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2A4D38-916F-9ADF-B163-BF4384125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70912A-7CD4-1422-E7F0-91D5AFAB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78317D-272B-7684-8AB1-633B8471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70293-0AF7-E838-7D9A-93BFFC42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16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1B8A0E-8360-8B2E-DD0D-41F82A8F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CC3E44-45C3-993D-6F47-8856581D7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FCF418-D8B8-A38D-E1EE-F396E90D6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430CE-1A07-4A16-A525-24CA6F6579BD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32152B-E2E5-D175-914E-BA12246B1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CC187F-D780-C390-EFF6-3B425CE0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A1FD2-5FE9-4854-BD7A-4CAA9911C5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40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3999A5-FEE2-5339-5172-BF91E7AAB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64" y="819016"/>
            <a:ext cx="9169871" cy="521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61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8972D0-4DE5-C701-E873-A8DEEDD0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26" y="959524"/>
            <a:ext cx="10833657" cy="254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7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CE7AAE-B3CF-0759-08FB-D8D746C1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3" y="1146057"/>
            <a:ext cx="10954313" cy="45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23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C93249-8719-8D1D-B80D-6B3B88182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61" y="710814"/>
            <a:ext cx="10268478" cy="319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9288B5-8C39-B2A9-9A06-C3C13A287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681" y="1136532"/>
            <a:ext cx="10452637" cy="458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18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2E4EDC-55E9-BB16-463C-D4175ADD7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084" y="1212736"/>
            <a:ext cx="9474687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0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58B15A-1A9D-9C81-7F6E-3BB33661E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35" y="1527037"/>
            <a:ext cx="4457929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58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C1CD65-A659-55D6-15A2-C55FC9DD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78" y="2406597"/>
            <a:ext cx="6693244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1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AF0E373-679D-F3BB-6BBD-D42D80BAB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837" y="2425648"/>
            <a:ext cx="6350326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854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2026-07-29T12:53:22Z</dcterms:created>
  <dcterms:modified xsi:type="dcterms:W3CDTF">2026-07-29T14:44:28Z</dcterms:modified>
</cp:coreProperties>
</file>