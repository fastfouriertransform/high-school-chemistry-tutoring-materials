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03C98-B4BC-498B-1BD4-7F20F325E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5C7E4B-7C86-0A47-49CB-DE73EBA7F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209F26-952C-0E50-0270-7A61D19F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3ECCA-B8B9-01A1-C48F-02FB1804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FAA28-A9B0-550D-E03A-8566252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58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41C1-C4FD-EB79-A89B-CE4F3DE7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EFEAA-A331-64B2-9E03-DEED6D2F4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AF386-A983-0EF4-852A-40EB73A5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9294D-05FA-ECA1-0F2D-665D8CC1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B45F8-E89A-F254-28C7-B6B6A183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DC2BE-8D7B-3D29-5182-8E417E17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4666CD-353F-0B08-F178-154BBF928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D4EE5-816E-1C6B-94AD-1B4B4FF6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A14896-8CBD-6778-412A-DC634345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25CBB8-1A99-3D42-9DD2-34FA61E0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08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6C8FC-0FF3-A90C-AE05-78143249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99410-9D21-A8F6-F047-CD77A427B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E16464-9138-0A28-D268-0530F0695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985DEB-5621-5F71-828F-83253929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E518A1-7E58-BAA0-3850-7FC21F1C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D90373-34B2-E12A-361C-9426E49D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BCB29-ED47-C421-AAA9-B3A12C3E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22E450-D5BE-AD7A-60FD-657C434D5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1AF50-5346-865C-9758-8E7D83661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9F3166-60EE-DE23-C6F1-CB12F854A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C20013-83B8-97D0-0981-CB34C2AD9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200321-4FCA-FFDB-3409-5C18EA23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761AA9-F764-7EEE-B788-3D620EF1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818CCE-5CE6-EB4E-F8B3-28E92F21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86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170C9-C19A-60C6-8E67-EBE4BD0B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00FA22-A4EB-3003-6003-036DAD87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E615B6-4740-85FA-EEF4-47B3D723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9DD853-8134-9EE9-D5A8-D1B020D0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62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3E085-2856-C06D-7A53-9D3A435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FB0ED4-23A0-508C-B7D2-6A0D58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5E2744-DB68-D24C-6C4D-AF809091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12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F730B-6C20-6D6E-EB7C-22AD8D6F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BFE00-2B43-EDFD-07B1-4C3D061E5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3DD81E-090A-355F-DC23-DFB804EB4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ACA946-254C-BA25-F838-1027A984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2D5054-3AD5-21E2-61FD-0F26E625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D3AA34-12AC-83D0-3C0F-E8693FB9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82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B0A99-31D7-EA59-FE6E-066ECC78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3B0C13-2CDC-B5FE-5C40-D4E0DBA2F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F49234-9137-F94E-FA05-245113590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670D46-215B-8239-E293-B563044B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607EB-5087-F2C8-01CB-37A55D3C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D881EF-5F23-F90E-07AD-CB29E23A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65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B804C-F6FF-8141-F2BF-CD9CE707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4E8C41-3E65-DC23-EB3B-1606FA43C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AB143-493D-FE32-A4E0-B93014CF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9FEFC-36AB-7199-655F-A56795D8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76FA0-3464-37D1-170B-57204B45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1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81E262-6008-8D09-37D5-2082C629B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D3003F-4D3D-B993-1DBA-6338C46B0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52BFD-CC15-38A1-8BFC-034D4AB0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9A6E0-D609-E16C-1725-73ABB322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68BB09-A287-7308-0194-B8445D0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13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30257E-55A9-BDDF-3059-C5BD4330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F8ED40-5ABA-ACC9-35C6-452141C02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61136-8EB2-2DC2-A790-C531DDD94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E9292-F866-40CE-A065-6FFE2644418B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E500E-95D7-367C-A388-3D083B7BE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F1D51-4C8F-0E41-CAC3-58D34C5DA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B437E-9419-458B-AF5B-FE646A846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63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4F6C9CC3-AFCD-354A-504D-539F52330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16" y="776976"/>
            <a:ext cx="10637167" cy="511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5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B40590-26DF-C990-E76B-EA9BD3525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6" y="746780"/>
            <a:ext cx="11830833" cy="490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8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3F39E6-DD2F-9AE7-767B-CB191A2E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17" y="448997"/>
            <a:ext cx="10791366" cy="52252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72E238-1753-C16A-63F8-12CAEE077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661" y="1085234"/>
            <a:ext cx="708317" cy="3427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173569-2086-84F4-F40F-13FDB2BD3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17" y="1085234"/>
            <a:ext cx="5299242" cy="4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7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63BFAA2-312D-4BFB-8257-A86E8A996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19" y="277745"/>
            <a:ext cx="9811361" cy="59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7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E6FE0F-A00C-2BD4-30CF-14BA854C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103"/>
            <a:ext cx="12192000" cy="600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1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40249C-A6D9-421E-43D0-FDECF6F6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21" y="382057"/>
            <a:ext cx="10252557" cy="58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1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EA2660-0890-2320-B52A-69BFC97D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63" y="1187762"/>
            <a:ext cx="9375473" cy="404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6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874C9B-2911-7074-5779-14E001DD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209365"/>
            <a:ext cx="1127917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3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865BA45-6C8B-4C62-144B-6255DF06C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6" y="1555708"/>
            <a:ext cx="11417887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0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D4FEDC-9961-13C5-83AA-0266F8663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01" y="1370826"/>
            <a:ext cx="9262997" cy="255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4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2026-07-30T06:04:39Z</dcterms:created>
  <dcterms:modified xsi:type="dcterms:W3CDTF">2026-07-30T07:44:26Z</dcterms:modified>
</cp:coreProperties>
</file>