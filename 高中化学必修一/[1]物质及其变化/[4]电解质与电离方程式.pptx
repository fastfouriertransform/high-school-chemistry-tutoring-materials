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9A20A-2836-5900-F527-AD8D17EB7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3E52D-B23B-32E4-34B2-AF8E9A9FF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CCC46-31BB-1CBE-62B0-0FB0E7E2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E398B-E39B-0273-CE79-6FDFD599C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1D62D-16F1-6150-D09C-00C2896A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5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C9F4D-BE6B-A30D-CACF-144116C9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2EFE7-F388-0149-B5FC-58BEABD7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39B693-C6D6-5B30-4C7E-22433469A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9E105-6EB8-7EB8-8FE9-50E35833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FCA736-21C0-08C9-2395-378E478F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9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FB2C8-44E4-126B-7082-CD9B4DAB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8BEC33-461B-6CA0-599A-887EED024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669BC-CA4D-ADF6-9A10-D98D879A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A78F5-8B28-994A-33F7-6E358FC3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33BF0-C442-6F45-3F09-FCBFE915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03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241E2-32CE-06B2-115F-73712113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C52B9-22E8-D834-6BF0-F8AF041A5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C70AB2-4DBD-1B11-32E6-EFC5D86C3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01D7BB-4CB4-9673-80D0-7CAF7C0B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C2EDBB-7F96-4FE2-EDDB-D4947E49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53FFA3-DFE5-BF8F-3AF2-35CD390C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25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96F4E-23CF-3EBE-363B-313E3916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4B0F4-D71A-1B29-59E5-5A2E10866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E45376-12FE-914E-0358-E46890EE3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1D091B-2214-7617-3265-A6EDC939C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A4CA99-7C77-58E4-172C-037AB8AD7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21B3F9-4105-7668-E375-592C6EEC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5309FB-74A2-7443-595C-A65C91FA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BAC20B-DC3B-B610-470A-54EC126F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78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68232-3906-EB24-863A-F35BDB82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06CF61-06DF-5D43-65F0-6F089114E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7FD03D-6FC3-0E3F-3493-243260A5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BA4146-7F66-824B-6EB9-3835B249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01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3F3A76-8165-B755-22C9-F1843BDD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B6A3E2-B2B9-2FAB-A66F-CB8C7456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BA17E4-431F-E165-2369-F2B86E90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91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B00BC-C367-C326-FB2D-FCA825C3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D32FA-8694-01AB-F2A1-09F6C5E30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852ADF-E1B4-2FDA-E22F-6C5A0FA5D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3F43FC-63DE-A664-9888-AB845B38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CE74B-C565-CC48-96D0-5905037B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57EC1-DFC7-1185-99BE-9D9A62E2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14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999BD-9548-2A8C-B55F-CA593134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098F04-D1AE-3B92-3B55-6E7452FD1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0E90FD-5417-3AB1-4E26-F001C86F2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763B3D-A58A-54F0-943F-E2FC5FE6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BB748-8306-EF09-0567-B8B83F8D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EEC109-C01A-9F32-996F-B4D5A5C0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47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F02A0-D4AD-52B2-010C-69518F19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ECA81D-E725-4893-A304-8C5F1819A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8D5FB-78EF-4CDB-F73D-B48BDD07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04805-73B6-AEDD-328E-7B3C817B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130F1-FED8-D0C2-B272-4BA33E12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5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631ED9-3A4F-4F85-B760-EBA67F785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E50D86-706B-9936-C75E-6EAE991D3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8FD53C-DA75-EBA3-EA0E-EB7091EB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7D7D2-A1C1-03FB-892A-87DE5F75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0016B-67B1-CC73-2FCA-25D7E89E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6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B93026-932D-5024-A5D5-5EDEE0440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84B30D-CABD-FE76-277F-32A4524CE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7D9AAC-4DDD-C5D0-AC49-3BCBA8269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91FCF-D4F4-4B85-8DA1-B4EACA43E3B8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A08BC-7DB7-291F-B8D0-A2FD4AC4C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3E519-559F-ECFB-E053-DE4D840DB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97317-1C21-477F-AAD9-6CB6AF479D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5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2894FA4-2235-29CD-6F7E-51FF6DB6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066"/>
            <a:ext cx="12192000" cy="51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4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3203C7-A1DF-795E-7A2E-8F4110C55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786"/>
            <a:ext cx="12192000" cy="49544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CF7257-99B6-25CC-3EDB-6B0D052E6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12" y="732241"/>
            <a:ext cx="771947" cy="43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3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DE6064-CA24-BFBC-9910-00E53AE08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294"/>
            <a:ext cx="12192000" cy="547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B2444-93D7-B5B2-5167-0569C1F9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857"/>
            <a:ext cx="12192000" cy="65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2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3C2AC7-4187-4689-3F58-E21B2CB6D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143"/>
            <a:ext cx="12192000" cy="559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8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95729A-3E37-3459-4F6E-0D68B02B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71"/>
            <a:ext cx="12192000" cy="636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03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69DF48-65D0-F0A4-41C6-32C66BC4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51" y="0"/>
            <a:ext cx="10010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7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5CA694-1042-E8AF-4224-AADDE1AC8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2406"/>
            <a:ext cx="12192000" cy="15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5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8BA546-C63C-23C4-A440-8A559E227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4622"/>
            <a:ext cx="12192000" cy="484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5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38B42C-1988-AD40-D8DF-F0F1C303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219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30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63ACF07-36EE-EEC6-18F0-EAC7F78A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0011"/>
            <a:ext cx="12192000" cy="29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3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034013-7824-3F50-77EF-9A97A7126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982"/>
            <a:ext cx="12192000" cy="390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2B397F-9F2B-FB1A-7E16-0755CB53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" y="1254013"/>
            <a:ext cx="12173576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7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4</cp:revision>
  <dcterms:created xsi:type="dcterms:W3CDTF">2026-07-30T07:45:06Z</dcterms:created>
  <dcterms:modified xsi:type="dcterms:W3CDTF">2026-07-30T09:29:12Z</dcterms:modified>
</cp:coreProperties>
</file>