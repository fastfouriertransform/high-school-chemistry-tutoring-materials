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E28E34-D6A8-DF6C-80C4-63ABB48CA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5023B9-76BD-597A-25DD-A8190327B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C48B48-52E7-8D86-F400-3CF6DDF3D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06A5FE-FC15-0D1D-F191-F21FDFA55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65C4A8-36A3-5473-4F6B-515B02735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805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901B2-5B9A-6C16-4F11-14BD352FB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140C75-2971-61E6-5918-F77560D85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189E28-5F69-A5EB-0F54-2DE5920E9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1DB218-AC43-52AF-A6BE-4C03A9F88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B3BD63-AA2A-9AB3-04BB-A7FAC4843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93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15B33-E08E-1375-D493-C7AE9523D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DCCA16E-7BA6-90EB-5E41-3BB3DEB42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8B61A3-1361-4E85-8ECB-F2C43CCEF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A7882D-E3B7-F2C5-F994-B49C4D8C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9E17F1-2C98-1AA9-135E-97EF3A149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6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F3457-F00A-665B-127D-C61BD2D1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98BDA-3998-4DBD-8E82-32024DF2E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DACB5D-6270-B081-4FEE-A804938A3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8BDDE2-447A-6A61-2144-D174590AF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908B83-E148-30D7-111A-7A464F22C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9ED151-2F94-E83E-C941-EA6A0FF1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803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84EE2A-E773-738B-C594-198F290BB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CFB834-63FE-21FE-7996-17FA5A65A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810B12-A6E5-260E-8A9F-E527D04F9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727CE1D-82BF-98B5-0726-74849F986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9859F5-3CF7-286F-DC8F-46A20DF12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0449856-7F91-68FF-B22C-FA82F5D9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EB17F38-F701-2A52-F331-03A838B23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A02022-7891-8055-51DF-680FA3D96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222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9F06BE-2FE2-6310-4D3E-FAE0AA3A4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7AB91ED-916A-A067-23BB-C857EEDF0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E40E55-EDB3-5911-77F8-CA0C488D1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D1996BE-879C-BD63-7FA8-6429D7592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325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64611B-AE6B-A6A5-21F4-DB738C5BC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11D29F-5770-5385-B9FF-F3B50D3E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155A0B-E95C-0DE8-2128-1E5B364FD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66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53AEED-95F1-AD69-76C2-D3B89E0FF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A4707B-3725-1222-4C10-1BA32AA624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4A8FF0-ADDA-0862-E061-AD89CB642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F9D6B73-C64D-2C54-1C50-5E25B4134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BDD2C7-7C17-00ED-681C-5511B25F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FD520A-636E-5A03-545F-D1917DED7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801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A45316-7599-205E-B58E-0FB9F4018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EEF87EA-6F4E-9E8E-DE32-EDE65F8C3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E72122-BF8B-C7AC-5436-11A81DF63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5944B3-6339-1D56-A4FA-CCD417DDA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B1A490-912B-F626-9DFF-288E2AA9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2F6E74-4FE9-D35F-0EE8-D66E2792E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204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DC9818-B3EF-BCF5-54CA-DF2F6BC7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76AA242-0235-A7BF-EDB1-2820E9BDC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35CBF9-12F5-04FD-5890-C53C8EDE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6CA03A-3B67-DCAB-191E-5E10B2456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9DFFD4-1010-A8B6-544D-50CCD909E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0501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BF0877C-0B25-E523-0585-A747C280BF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E23163-1E40-AEEE-FCBF-075B931AD1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9F5CAD-D85B-2DE2-28DB-5B138DB02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F7B430-22A5-9A80-5899-C6ABE3FD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3663E0-02D8-8FCE-00F2-E55EA1BD3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238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F97D07-A82D-D925-6EF3-6A7884628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A93-4998-A5AE-AB5A-25AA0FD10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80D4F2-E42B-880B-4098-8EF2C884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6F4EC9-E35C-42F8-A10D-19B907641E6C}" type="datetimeFigureOut">
              <a:rPr lang="zh-CN" altLang="en-US" smtClean="0"/>
              <a:t>2026/7/30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423204-846F-CDEC-B62D-B1A1A905DF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A15030-5D7C-9AE7-2360-CEFD5A20B7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72E9E9-2A33-47D3-98D8-D1AC29319D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7883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6D7E441-75BD-CDFF-4304-FE19A1142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6384"/>
            <a:ext cx="12192000" cy="614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00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文本&#10;&#10;AI 生成的内容可能不正确。">
            <a:extLst>
              <a:ext uri="{FF2B5EF4-FFF2-40B4-BE49-F238E27FC236}">
                <a16:creationId xmlns:a16="http://schemas.microsoft.com/office/drawing/2014/main" id="{6A2D73CA-1B24-1539-4011-3867F23D69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41134"/>
            <a:ext cx="12192000" cy="417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20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DE1DB0F-88AB-A509-74D6-4E77D947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349"/>
            <a:ext cx="12192000" cy="652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15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F7D953A-6CD0-0D0F-FDE2-D444B8BCAE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158" y="1854119"/>
            <a:ext cx="6483683" cy="314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241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E75259D-68D2-664D-244B-42A57D5E5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777" y="1085729"/>
            <a:ext cx="10630446" cy="4686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189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0</Words>
  <Application>Microsoft Office PowerPoint</Application>
  <PresentationFormat>宽屏</PresentationFormat>
  <Paragraphs>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pucheng li</dc:creator>
  <cp:lastModifiedBy>pucheng li</cp:lastModifiedBy>
  <cp:revision>2</cp:revision>
  <dcterms:created xsi:type="dcterms:W3CDTF">2026-07-30T09:29:55Z</dcterms:created>
  <dcterms:modified xsi:type="dcterms:W3CDTF">2026-07-30T09:58:57Z</dcterms:modified>
</cp:coreProperties>
</file>