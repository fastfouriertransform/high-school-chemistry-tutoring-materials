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8ADF9-945A-F495-39A0-73F3112E3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42D18E-3469-078C-CC53-628701C7A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7FB1EB-3379-2BC5-D46F-2993408AC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C021D7-2E37-863F-9C14-40A4A607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FCECA-CE8F-ECE7-B812-EC8E2FD9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0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80ADB-5D10-6DCF-8F4C-06AEB7E5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BC90FA-FFAD-EE80-D032-09A211236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20AF1-DB90-8194-F545-9FB7CDB3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B6E0C0-9303-74C0-1A83-579EAA67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F459D1-D12A-0215-4A16-3B27A6C2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24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F5883-F818-3D38-8EC5-12EF0874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E9CB9E-A2CF-87F1-6C0F-75B2431C9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1CB8AB-5245-2191-3AEA-2B2D16C97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9AEA4-63DF-3937-8DB1-2EE310F1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177F9-C910-14BA-4B6B-41EA7D8D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38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DBEA2-FB7E-A49E-E575-621B145B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162007-3CEA-9868-969F-1041D890B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311E3B-861B-7C67-89CC-4841E9BF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05E6A8-DD01-5694-4804-B8705570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9F261E-9F09-26D9-D96B-FCBE1537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03CED4-279F-3CB8-EBED-CFAA2ACD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7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F9382-7FEF-8F15-1A4F-D4C101F1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88A616-7D72-C265-61A4-1573EE624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2FDEAB-CC3A-A6D9-D168-115612603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64CE7A-CECE-91ED-A88D-2FE8F7B38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DCD1B3-5DAB-9D28-C3F3-AE0885194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EC8853-CBC4-2117-17AB-0B13D427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EC2F4E-A609-5263-27F4-1F36D371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88A58B-1FEB-6BA1-41B3-7A767776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84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EF672-C9BB-4F5A-6F7E-82CAED04E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C5EE5D-3F63-22CF-849E-8EBAB84E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EBCA29-0715-F2B3-221D-2A47F6B23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29B7AF-78C9-5CDB-772E-38D21FD5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73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AEDEA7-6F55-23FC-C941-41205046A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5132CF-5F28-881B-8456-175EFC37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A723BE-CC6D-2679-2B1A-29AA6216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02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573E0-2D36-F18D-D5B4-DF88CBEB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7CE796-866F-98E1-1DBE-DDEC5ADFB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DB5B32-5F24-2B64-1FCF-E760779F7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69F962-6597-3D49-DAA2-8785ED18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35EEA6-A958-486C-88B0-9286374F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652B75-583E-498F-4672-BAB1F768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10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73666-E74A-8950-BDA1-166797DE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F7B54F-777A-66B3-A0D3-FDDAF18FA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82414E-DD5A-EDE5-F38F-D584D499D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561951-0253-D0E8-C846-06EFD02C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0EAB5F-CBF2-B2DE-87C4-6A245BF2B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D14444-33D6-C87B-12CE-2D9AF80B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700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48BBB-CCEE-543C-6B5A-7AFD926CF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ADE9C7-4DC6-2C8F-48F2-80DB44DCA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3E5166-3625-9567-E6CC-12239BD9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31687E-8A08-C135-45DF-8F8543B4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2FCC51-8739-8767-126F-9DED27E1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614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68FB0F-61ED-021D-A234-D699E0491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DF8AE1-A1E4-45D0-02FA-7F543B490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90904B-8B4E-6C5C-2DDB-B48C558F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2B8124-CA53-F4D9-1CB8-45C18396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AA9B9-0061-A6FA-4DB2-C6A59040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91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7E6ED7-3800-9EAA-20C3-6B8E42CB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A72871-E217-531F-0268-C8AC9C987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B730C4-4718-05B2-CCCC-0403D9B0B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FD9F2-1DE4-48E5-A212-9AE296A9FA83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ED108-8883-6057-1EC7-D6B3B2E86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D782E-DB58-138E-3FC9-1DD94AF52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D0CE1-9AC1-425B-BD7C-DA9A4FC2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49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D26F541-4AB1-AEEE-F595-D2A067F68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320"/>
            <a:ext cx="12192000" cy="439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0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BEBBED-23AA-F5D0-D139-7B83D28F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58" y="1197081"/>
            <a:ext cx="10498283" cy="446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48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629E91-B68D-4C15-B2D8-35E4F21D1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13" y="1675592"/>
            <a:ext cx="10392774" cy="350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01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B5737B4-EC59-E040-BFC6-78EB4C3BB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8" y="301464"/>
            <a:ext cx="11760804" cy="62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9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6DAADD8-240B-728A-541F-0DC2D63AD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083"/>
            <a:ext cx="12192000" cy="553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6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8FC0C5-3B93-8287-E587-5E190FF58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85" y="0"/>
            <a:ext cx="10678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6CAB0D-700C-05B6-6316-CF413333C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224" y="1771565"/>
            <a:ext cx="8801552" cy="331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27AB5E-EA44-725B-9281-EA22AC22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8316"/>
            <a:ext cx="12192000" cy="30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4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C698B3-6230-B996-F2B1-743B9F026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509"/>
            <a:ext cx="12192000" cy="429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9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B5ECD1F-F15C-9993-099E-9DFAF1176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481"/>
            <a:ext cx="12192000" cy="518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5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2026-07-31T09:21:23Z</dcterms:created>
  <dcterms:modified xsi:type="dcterms:W3CDTF">2026-07-31T09:21:45Z</dcterms:modified>
</cp:coreProperties>
</file>