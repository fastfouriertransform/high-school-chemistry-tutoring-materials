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67D7-C0B6-ADEF-3B14-C6FCFF057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BF87C6-97ED-C64B-9FAD-A732D3354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18DE09-BD3D-D523-ED21-139F58BD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A6592-08F8-0208-840A-8E52A6F5C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888267-9CC0-0890-8351-13D4FE37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85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3016D-04B7-1259-9009-41E51772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4A2991-E3E0-E233-9A86-4E79A6B5F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C55AA2-DBFA-2C5D-6814-58386030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3BB53D-1741-563F-B2E7-D06A5713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8EBE4B-1C8A-49CD-C59E-74F069E4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981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E0239-7C41-586F-F531-22F539DC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917658-6F46-4935-9830-8ADF6444B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56ABFC-86CA-C77A-9B41-1739E8F9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7C3864-349A-77BB-642F-295873C9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6AFFE-3118-A928-5D3A-0BE8C457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591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4089D-A46E-33AC-4820-DAD82B9B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F95DAE-9184-5A09-9F1C-A8B263819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50D5D9-F148-BFE4-1D4E-D7B2CDF06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7A79B0-CC0B-71E5-5C69-F86505914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3FB559-9FB5-DA92-02EF-E12BF497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33F2B8-9C6D-E711-16DF-7B141499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01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FCA10-DB76-4521-E4DF-524B4308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09CFEE-F413-F539-13B7-E88C69BF4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0DD075-3128-7E20-48FF-978B7554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61B779-F470-AA91-A126-F2F6DF456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8AB80D-6E99-BF81-94F4-EF7EADA9D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D508A8-3DF6-D3EB-2DB4-54611121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4DCD91-E8FB-5C04-2FEC-443417C60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1BDBFF-7418-9700-F9D7-32987D87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75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46566-127A-0325-8E0B-A2D52741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06C141-9921-673D-B3C0-C1413988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09A586-C15D-21CD-4416-42935DA9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10A795-18EB-B3AC-A5CB-72271CE1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60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FBBCBD-8E37-13C7-B182-F0EF78E62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BE1DF0-20EE-B8FB-4BA8-9C6B52F2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663909-B55F-AD4A-249E-FFE6EF01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66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E6852E-6EF7-4B04-A581-D8800D17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CA8BA9-D6C9-3DFF-45E4-24EA2E521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E7471D-29A7-B40D-7A71-7E1D2E97D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C97D62-3ED8-649D-5AAF-5225F607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99235F-64C5-565F-87B9-3062BDD1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0968B2-A462-EDD1-D809-F3EB112F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897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73B19-5101-36D3-3C57-DDC1BF9B4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608235-B24C-9867-D389-8C83799778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08BAC4-ABF2-89B1-3800-298F7D7E6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54AE11-B30F-1B74-1A65-300D3E4B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98C04C-6DCB-31C5-1FF9-824A6FA7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0BECE1-6EC0-F648-C757-5A59D43D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62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EA7E1-A9C1-6DD2-77B0-747CEC25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641153-010C-71C3-D043-355412944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235072-5248-D377-450A-1B4C9D52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F64EF0-40ED-69EB-A386-940A0707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FDB0C-3EF3-D3A7-335B-B3DE811B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33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7C7E33-E5CD-0CCC-1495-E13B625B0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7D71D9-7DE8-E814-2399-47EF909BC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31159F-6E43-B2D8-C02B-A8A6E31F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C6210-B1E1-ECFA-5864-8BA7ED39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21BB3-F831-D7E9-2EDE-21505C527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4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3552B1-74F1-94B3-2D43-E759B3ED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A3C72E-DC40-E051-B3A3-A7DFB38F9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413469-7EA5-8C69-876B-28164DE53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659BA-1EB9-49EF-9969-C682481CF5AB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8E59A-7597-50D1-F941-BD981DD7B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2DE00-885D-30BD-9498-E72A1BAFF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50333-62F5-4097-A383-CFAC26F77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96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412E26FE-C94B-6745-80C2-2EC426C8E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41" y="1596931"/>
            <a:ext cx="11055918" cy="36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78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BB89ABD8-8A55-125C-7E92-FA9F97A12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6554"/>
            <a:ext cx="12192000" cy="580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6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9BA5EBE9-73F5-94F5-34AC-E95752376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541"/>
            <a:ext cx="12192000" cy="605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94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15A42D20-289F-7CF3-A411-867F20604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67" y="644382"/>
            <a:ext cx="11011466" cy="556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87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3376A9DF-1B8B-F855-A793-5B7810540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84" y="244311"/>
            <a:ext cx="11322632" cy="6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8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F75A2156-FDDE-0496-5AD2-3EF4FA168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966" y="1771565"/>
            <a:ext cx="8122067" cy="331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93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374B829A-917C-3DCE-B048-1AA9A72ED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973" y="2152584"/>
            <a:ext cx="7868054" cy="255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65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E14F6AF8-4192-73B3-F050-8A532D517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07" y="1558829"/>
            <a:ext cx="11379785" cy="37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FF0EEEC6-AEE4-D648-2748-934426FE0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311" y="1892221"/>
            <a:ext cx="6369377" cy="30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64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2026-08-03T06:40:20Z</dcterms:created>
  <dcterms:modified xsi:type="dcterms:W3CDTF">2026-08-03T06:42:14Z</dcterms:modified>
</cp:coreProperties>
</file>