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02B30-DDCE-C7BB-3392-7975DB0D2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64898B-0118-A3E1-03F5-AA97DB162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36775-2D18-1F1D-6602-F832C531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B3443-B751-0526-7816-418AA222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A733-B2D8-4C55-D1BA-676457A1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57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D3703-0EBC-0F40-58CF-8516EDC7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17961-558C-216F-D097-DEA89FA90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D28EBA-6814-0836-37C7-47115E27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4A546-0A51-851C-4986-7A95E49B3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D3EF4F-5FAD-1B6D-8014-5D2258AF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6A1FE-7BFD-A736-BFFC-9FD28492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B9A0D5-9ACE-BC77-74E1-83F6D36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22CEA-660E-F78A-E935-5C4C0496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62F8E-C8A4-99E5-15DB-A314E4F2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00B206-B550-D1AB-3219-ED8ACC0F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01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3E6CC-6D0B-A5F1-522E-ED9FBBE3E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BD8A8-4430-B05C-0419-32FBA2A17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9B7741-5403-C709-47AE-6E7AACB64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7A681-A05C-2C3F-D6C2-0F3B5C9B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B89DB-BA18-F1B7-9300-FDDA80DA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3B2D16-34D3-264B-4046-BBF9AE49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61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E99FF-8DB2-843E-CCBC-E01A5C52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41B24C-3ED4-61A9-DB3B-ED29C91C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78BC90-1F9A-A972-94AD-EF98C133C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C7DE565-3EF4-5E2F-258E-ECB1772BC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E2311C-EF1B-49B4-093D-867E92656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BD9A87-3D15-5BD9-4B99-F220B6DC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8D00DB-C74B-B253-D148-190ABA27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268582-5AE8-CB73-1F24-CB411356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50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A3C47-B577-BE83-1D59-88701856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6DC051-18D7-69C7-019D-55A17CDA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E50515-9D52-564B-5FB0-19D0616D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EB265C-06E6-3A68-A13E-1EA13127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01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7BD149-41D4-D2DC-7F55-36326A49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BD1040-1919-41C4-87AE-A0EA7321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1C508C-2D94-8417-5B37-20E73622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23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136A5-79C5-BC40-839C-365E8BE4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261F6-84E5-1D6C-E835-C817EA3F6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7D3AA9-781D-F4C6-EB6A-75AABA000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44550-980B-E3A8-9846-59130AD9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CBA2D7-5024-E529-61D2-2CC2C25B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173DE5-9AA2-0967-874F-66B25C14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2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84C07-0569-4E3C-C8F2-7ED4C1EF4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FDA393-CD0F-60A0-DCB8-EB9944EF7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797539-B033-18F2-1031-9A65F19EB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86B0BF-CCF1-C3DD-69A9-AF508900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531C6C-A76B-7611-8DA5-F8A703A1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C11B7B-9619-3329-657F-E0F25184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8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B5EAE-C969-19C8-B860-824D6ADB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CEF0CD-9CA8-7A9C-00F4-E6DFBCB25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198CAC-3383-FDCD-2BC5-4F6DB83F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DF582-0A5B-72BA-15A1-D45B4A66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1D26D-5030-D00A-AB59-B9A5EE89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3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C87CB9-0636-1273-08BA-7AD6D1C3F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3FBB0E-C2ED-3B69-DA79-72E3F4071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550674-2C0C-E83C-7A83-9A4AE197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6D9F04-F6CA-89AF-3ED1-15D29CFF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45D33-AC5A-AAA1-EBBF-99377A1D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09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FEE5BE-7D9F-0344-6D6D-D84B66DB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F7BA18-20F9-82F8-6918-45378FF8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8002E-BC59-5A53-EE17-97A060477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CDCFA-4712-4E87-87CD-14ED0E05C19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E58EF-5D17-759B-108B-FA64FC98B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58F9A-A4BC-DA97-B7CB-F31F8959E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9E96D-F29E-4B27-96DD-7C09467498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03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D4BB429-8FC2-D248-9F98-AA0A88AC5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633"/>
            <a:ext cx="12192000" cy="503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7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8E5D80-B7B4-11DD-B82F-FA36F83D0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877"/>
            <a:ext cx="12192000" cy="58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6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8A27D7C-758C-AC16-FFB1-37A314FE4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423"/>
            <a:ext cx="12192000" cy="63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7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897122-BB7B-3C33-F636-7D6926701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479"/>
            <a:ext cx="12192000" cy="590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1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BECC583-C8E1-A7D5-B283-C248D7AA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998"/>
            <a:ext cx="12192000" cy="57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4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6152730-0BFE-0EB7-E04D-D9D24E6A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209"/>
            <a:ext cx="12192000" cy="525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0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EB4C38-8A30-03AC-1339-E7E06903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2" y="2339919"/>
            <a:ext cx="11017816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2419F1-78A6-0FC1-346A-D6EAD20BE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0" y="1866819"/>
            <a:ext cx="11475040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6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EFD0DB-9EF2-0C8D-BFD2-52DBBF4FE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0" y="1454048"/>
            <a:ext cx="11068619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8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2026-08-02T08:10:42Z</dcterms:created>
  <dcterms:modified xsi:type="dcterms:W3CDTF">2026-08-02T08:46:49Z</dcterms:modified>
</cp:coreProperties>
</file>