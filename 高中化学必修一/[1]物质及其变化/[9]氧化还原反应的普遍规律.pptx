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15A61C-A17A-2DCF-1553-4882ABD47F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D2BA4B0-6490-1232-75D0-B93F448DD3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0F3FAE-4BDB-5419-B9D6-5C9E92BAF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814F-C3B2-4CAE-B88F-F03EC4D96761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6F54F6-00EA-00BB-30E1-AE2FCA9B3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E48A34-9544-4906-7A7B-4E19941E6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58A64-63DA-4AC3-8442-0FB05C7FC7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6125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B05587-8A89-B455-C074-00B2BFB3D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955611-5BCD-69BC-1A19-F5C86C1D9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A7F9A3-E47D-A672-66A6-C380E64E9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814F-C3B2-4CAE-B88F-F03EC4D96761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8FDFA0-C90F-417C-1C61-9332535EF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475043-6B89-54E9-7F28-295966409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58A64-63DA-4AC3-8442-0FB05C7FC7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2905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1C78A8-A6F2-3660-4934-E3DE561B8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797CC4-C25A-D7FD-0E95-98754DF6C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17592F-3A0B-72DF-7731-D92FDE3CF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814F-C3B2-4CAE-B88F-F03EC4D96761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454872-C1EC-8E5A-ECB5-DBE39792E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0981E9-8F4E-38F7-8570-74708418D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58A64-63DA-4AC3-8442-0FB05C7FC7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8080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510649-FB77-2F01-2D79-DA15CE605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FC58E4-D8F9-2AFF-3420-3A624B689C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FA4807B-21D7-BE18-DFCE-3A636924C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F0FBB9-2B70-7B52-D460-73AF5D2FF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814F-C3B2-4CAE-B88F-F03EC4D96761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AD2428-81D0-D96E-E834-08B21BB56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7DDC8E-8320-B525-537D-D5A96FFFB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58A64-63DA-4AC3-8442-0FB05C7FC7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7013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B5B1FC-7716-3397-DBAB-A13D547CB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9218BB-7BAC-8AE3-D74D-B70121E3B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DEF2ECF-6772-956B-82A7-86ADFCFF7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0DF3ECC-0590-1FC0-B287-B648577B88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76FA522-FF74-0E42-6920-49DDC5A627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4206F77-FA28-CDC4-0581-54A406409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814F-C3B2-4CAE-B88F-F03EC4D96761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5F811A9-85CA-4965-3654-D63C1F724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8FF9C92-749D-C009-85E1-B019F316B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58A64-63DA-4AC3-8442-0FB05C7FC7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4061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F12F94-55CD-1026-9AB5-E4AB7270A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85AAF32-D627-57CF-C60A-0DBCB35D2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814F-C3B2-4CAE-B88F-F03EC4D96761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56FAA56-3664-2E30-32D9-68B1E7670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7391DFC-F33D-3A24-C97D-05D805039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58A64-63DA-4AC3-8442-0FB05C7FC7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5917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709F6CB-5088-EA4F-E995-99FC254AC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814F-C3B2-4CAE-B88F-F03EC4D96761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58251F0-F526-D58D-6C53-7342757EB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182606-BB75-00F9-47F9-70F1B35AD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58A64-63DA-4AC3-8442-0FB05C7FC7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1185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28F76B-4FA8-39FD-D2E3-80C8856D5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E262B5-F076-DD21-F9F7-17FE3CB27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DE00A5D-9523-1D4F-4C3F-CC3B22D675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AD6D110-7ED9-9AEB-4930-A4C1475B0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814F-C3B2-4CAE-B88F-F03EC4D96761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AC9343-FB4B-C257-18C2-0267DD7E8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33C617-C7F5-6A5F-EB87-E2BEF31D6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58A64-63DA-4AC3-8442-0FB05C7FC7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6218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F6621E-B381-8752-564A-EDCEBE525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13E5C98-B7CB-AF8E-323A-61AA7D7258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822B6AB-8978-7C20-98B0-64A3F7E84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F16D02-A004-6CF6-9A1D-35844CBFB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814F-C3B2-4CAE-B88F-F03EC4D96761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B483F0E-0CCB-9575-C799-3D1B6704C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E401B99-7A9F-0B57-0B54-CAC3FB6ED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58A64-63DA-4AC3-8442-0FB05C7FC7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556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7832E8-B285-F8D6-C5DD-336923E17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AB46352-FB6C-B806-2107-43F67BD9E0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A365D2-3EB7-B6EF-247F-32456072E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814F-C3B2-4CAE-B88F-F03EC4D96761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23768E-0FF9-F69B-6145-5F9E67519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1F16B3-0C2B-AB6B-1498-EBF8588B5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58A64-63DA-4AC3-8442-0FB05C7FC7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001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6EAE883-CE55-BD1B-8766-2CD2DE9962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6FFC653-8CA2-7A98-0B59-36EBE9E567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FE3F35-83F9-1E3F-E36B-00B1936FF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814F-C3B2-4CAE-B88F-F03EC4D96761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D1E70F-12D3-7377-3C0F-9DDBD47E6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47AE73-CB13-8A15-EF9A-F6678695D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58A64-63DA-4AC3-8442-0FB05C7FC7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3270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5856E7C-4958-BA60-8A14-5A652842B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8F82DA-52A5-ECE5-4737-FB3850DB5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2AB53E-56FD-4CD4-C372-6C06B2BC14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27814F-C3B2-4CAE-B88F-F03EC4D96761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26DE10-90D8-110B-4336-D273FFCDBD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1604E6-6D11-D5F0-A597-F2C027B058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E58A64-63DA-4AC3-8442-0FB05C7FC7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8532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C5A9F1E-049A-F97A-1F7B-1FD1CE953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3153"/>
            <a:ext cx="12192000" cy="5591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159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5321689-3703-FE6E-58C0-EF1A84985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0353"/>
            <a:ext cx="12192000" cy="5537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193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290A094-D154-E33C-8D4F-F4C33857C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9645"/>
            <a:ext cx="12192000" cy="469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887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E0AE04D-9F41-30CB-3D09-8EE7B91AB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6956"/>
            <a:ext cx="12192000" cy="35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307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57685AA-1266-5451-ED1B-BC77260AF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3527"/>
            <a:ext cx="12192000" cy="383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509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C19FAE9-16BE-9BE9-AF2A-5A21D4965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2972"/>
            <a:ext cx="12192000" cy="5112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620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AFA0C05-CC28-2006-670D-13415B942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5011"/>
            <a:ext cx="12192000" cy="3827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337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FE8D618-5073-72D6-EA34-616723F92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3243"/>
            <a:ext cx="12192000" cy="3391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785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3621CDA-647D-1D8C-80B9-BC53AA925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73242"/>
            <a:ext cx="12192000" cy="2311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820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F699069-C9C0-4E19-B298-243C196B6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53327"/>
            <a:ext cx="12192000" cy="295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174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6A64667-F118-8683-F871-C2D0642EC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24739"/>
            <a:ext cx="12192000" cy="2608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922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5FF06DB-3586-325E-0B83-E4C42E4CF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7488"/>
            <a:ext cx="12192000" cy="4843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789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FD533DE-E4FB-477F-3E4F-783E837B7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21" y="2368495"/>
            <a:ext cx="11817957" cy="2121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966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77CED3C-85AD-DE99-0725-CEFC8B4B8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499" y="2190686"/>
            <a:ext cx="10713001" cy="247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936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8ADA59F-D88C-60CE-1019-00146D18A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20" y="1558829"/>
            <a:ext cx="11868760" cy="374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3237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405943D-7B66-6461-C1D3-B9CAD365A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056" y="1444523"/>
            <a:ext cx="11417887" cy="396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5133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D7E5808-623D-1EEA-BE03-25521D047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89654"/>
            <a:ext cx="12192000" cy="2078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006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0</Words>
  <Application>Microsoft Office PowerPoint</Application>
  <PresentationFormat>宽屏</PresentationFormat>
  <Paragraphs>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pucheng li</dc:creator>
  <cp:lastModifiedBy>pucheng li</cp:lastModifiedBy>
  <cp:revision>3</cp:revision>
  <dcterms:created xsi:type="dcterms:W3CDTF">2026-08-02T08:47:20Z</dcterms:created>
  <dcterms:modified xsi:type="dcterms:W3CDTF">2026-08-03T07:11:24Z</dcterms:modified>
</cp:coreProperties>
</file>