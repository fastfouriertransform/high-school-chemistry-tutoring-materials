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CCE4E-980D-94AD-74A7-3AE42BF0A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606ADE-4DB0-A8E5-4FB1-5646E5DAC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04675E-0B27-BEE2-A3AD-454D0FDC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2F6E60-FB7A-0142-679C-269A6DAF0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C71032-BE31-55E6-CCAA-7206D5E6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60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CA161-18B2-8502-94C2-31A2748A4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FA9EB6-B81E-1517-43A2-5BD135F10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8D5ED-C037-647A-0265-70FCEA31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383C4-33EA-0A5D-6349-3A5AC052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50EBBD-25D9-C89D-5A06-F33EC69D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75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6B775-E087-EC2C-859C-F980185D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3BF279-4BA0-7379-1732-924897C5F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20424-C857-701D-FD11-5E5AAFE3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10D2C5-52C1-666C-8B74-E671A025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03346-ED07-2ACD-9EBD-C7E0D573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7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6653B-0C2B-C484-7426-C4BF7154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59E59-509A-F54D-1151-0931F8FCD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56F959-5369-F65C-1F47-3E1AB9154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083C79-401D-F158-BC91-7BC33825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8D9FC2-2F4B-5322-5ADB-B1C1F8C3B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4E473F-BFB2-E5C1-A35F-B933677F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48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2255D-A3EF-B1BF-C6D7-F22970ED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CEADE0-7CCE-7B61-3B87-49A4DF887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B18465-32FA-162A-F843-E5E7F716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6FE31-B00C-729C-2F6A-5DE846348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38A35D-4193-51FC-8B8B-CA95B6ACF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F0FA0F-8F21-F442-7CB7-37A6F796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575064-D035-7CCA-9DCB-DADB80B9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22BA3F-2A88-53BF-9E60-19F22F1A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14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7EF37-11AC-4301-E105-5634B29CA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8D35B0-D44B-AFB1-A00C-3FDDB32B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D47507-0051-7FF3-4471-636D0251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3A5C08-5416-B041-0A1E-E898A08D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94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813095-1108-C442-35D7-1AF5D187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C3AFBE-3E67-FB16-953C-C8592BD2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D360D1-73D4-179A-F3FA-33C6B010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33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CBA2F-339E-2FE8-882E-D393B09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2FF97F-891D-90B1-6E5D-02A9EA570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ADAAC0-F5E2-E439-747D-D07FA59B5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F9B617-F431-410F-B45C-B1FC068A1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D4460F-5345-D0A2-6A4E-5CB694F0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AC2927-353F-547B-8966-D1C1AE80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769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14BE1-2E9B-11F9-374F-2DF28D25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525975-395E-B141-E141-6D4F3A90C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D32420-91AB-2684-1DCB-9FD865532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190F3C-AB88-BF45-0EE9-6CCA0AEA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E0DF9-16D9-DF5B-3F50-1BA725EE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9CF34F-9CA5-F21F-8C2C-3E0AAA8A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20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F30D9-E227-F311-B88B-B97AFFCA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54FFE2-1BD8-EC2D-13F5-5210A3E60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9A4CFB-5443-26CC-4B0F-CFB0FDCE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30124-7EE8-71FD-55CF-B8204DAD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A998C1-1389-6F40-1FCD-68E61D7C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79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2AD433-66A8-5EAD-B837-91F7EA370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39E0E7-3DEF-CD71-E798-5DB6F8AFB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C9FC8-E7B9-9CAB-5EC5-4854AA4D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9BF79-E53B-726E-4248-467CF3CF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1F697-927D-D625-58D3-25D2985F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41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27299E-B457-28C4-BF51-5727E79C6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A4E859-B6EF-2417-0036-E92BF2C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193FE0-1AA2-4327-256A-41CE16011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CF210-B813-4A4C-9070-9D39917C66E0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69BD7-811B-0C12-BC6C-58C1B6E26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2F6E9D-DFD9-C580-634B-815AB71D0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E2EC7-969D-4F41-95FF-D607F5DC3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8236F1-4196-EB25-72EA-DC572554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7276"/>
            <a:ext cx="12192000" cy="350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AE1E10D-04AD-A7E3-B22A-9CEE23B47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466"/>
            <a:ext cx="12192000" cy="355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78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ADA258-543D-50C5-20AD-F52EB5279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702"/>
            <a:ext cx="12192000" cy="451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1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D3FAED-1022-E89A-E001-DE0309E14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3632"/>
            <a:ext cx="12192000" cy="27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94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C2C194-DE2D-90D3-A93C-F9D3527C8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1" y="177633"/>
            <a:ext cx="11830658" cy="650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7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6B34FF6-2125-B933-1DC0-C8570A78C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838"/>
            <a:ext cx="12192000" cy="405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5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4D5E45-B741-93E3-2833-A4668781C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7854"/>
            <a:ext cx="12192000" cy="304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7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AA163B-C8AF-2600-4279-23AF09ABB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92" y="1873170"/>
            <a:ext cx="7106015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9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B2134F-0A25-F5D5-F7A8-A592AA423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145" y="1895396"/>
            <a:ext cx="6991709" cy="30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0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2DDC09A-98CA-8798-D9F2-58DE89C58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7" y="352267"/>
            <a:ext cx="11983066" cy="61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8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8B165A-D653-45E0-2B8A-0A056011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8448"/>
            <a:ext cx="12192000" cy="366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86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DEB21B-D8D7-407A-A34E-C8753204C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0961"/>
            <a:ext cx="12192000" cy="343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44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8FE6D8-9E07-9AC2-1D08-902862C98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5024"/>
            <a:ext cx="12192000" cy="330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59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2F24503-74A1-EE37-7431-9D8FEC67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0953"/>
            <a:ext cx="12192000" cy="30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89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B6C889-756E-8DF5-D643-D0A428AF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9" y="1930323"/>
            <a:ext cx="11697301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9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2026-09-04T17:20:50Z</dcterms:created>
  <dcterms:modified xsi:type="dcterms:W3CDTF">2026-09-04T17:36:27Z</dcterms:modified>
</cp:coreProperties>
</file>