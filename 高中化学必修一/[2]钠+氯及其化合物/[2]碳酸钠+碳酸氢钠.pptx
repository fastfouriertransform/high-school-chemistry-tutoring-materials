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84E0A-FAF0-CD99-2D67-75C2CD9D9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A72FE6-784D-52B0-AEE0-1CC73C854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8574E4-FF39-A551-FAD1-7B63DB231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DD20-A922-45FF-BAA9-49E579A286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3D8E92-ADF0-7B4A-F627-93BA5A369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A3FE35-75E7-1EC7-9F5B-AE32C93A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B9095-9DA5-44D5-97AF-8CDD2E6BE3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99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A06BDE-BE87-941C-9575-C262D1E69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35D6C3-62C2-B1F9-337E-E723DD8BB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15FEF4-4204-E1E7-E110-444107B85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DD20-A922-45FF-BAA9-49E579A286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907320-A20F-3C05-F3FB-C801E057E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6DB418-8EB8-6916-5170-7F4753A0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B9095-9DA5-44D5-97AF-8CDD2E6BE3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71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88DB7-5F8C-3ED7-FB77-16A695BB9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85721C-8EE7-16A3-E510-21C1E32CC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2A01DB-F1C4-610B-4227-9E0D00F27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DD20-A922-45FF-BAA9-49E579A286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A8CA2A-B719-FE78-6860-5793A8126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FD770A-AE64-99BD-F088-83B9B9FA0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B9095-9DA5-44D5-97AF-8CDD2E6BE3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55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B2712-7BE1-AE3B-19CF-F4D0749B2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AEBDAF-DCF8-8B8A-6F38-485D5F844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992599-6E54-3762-44D2-611228BDF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59F45D-048E-4048-64EA-E7CB60D0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DD20-A922-45FF-BAA9-49E579A286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B7A60-54A1-E747-1844-D81BD5DB3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C8580B-DA52-0D58-334C-2AEE5EFE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B9095-9DA5-44D5-97AF-8CDD2E6BE3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607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13D4C-ECA5-45CB-DC1E-2CF774EB9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B43796-A701-722F-8DBA-015DC03ED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A2B2C0-7A69-7B26-4F87-72DBA596E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030AB6-2960-3AA6-E46C-8A315D88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E4D851-6D25-526A-BDA9-85CD8CDB6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E97C635-0FE9-8A11-0027-3697B54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DD20-A922-45FF-BAA9-49E579A286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D482B5-726A-DDC1-CD86-D49026E58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7F6095-271B-BD68-CED8-66D0247D7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B9095-9DA5-44D5-97AF-8CDD2E6BE3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896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D1BCE9-EE26-CD9B-6F6C-BCA8F491E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B48EEB-2FEB-9048-9A5A-1957DA5B6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DD20-A922-45FF-BAA9-49E579A286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0187D3-4D1F-9939-9E1A-0DD956236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F2CC4C-29F1-20FB-B7BE-53B6A09B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B9095-9DA5-44D5-97AF-8CDD2E6BE3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14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25C73B-DD60-1919-020F-BA72FCF2E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DD20-A922-45FF-BAA9-49E579A286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E39244-26DA-02C4-F9D6-50AC4457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2E8BD1-9332-DDCE-F9DA-EF146116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B9095-9DA5-44D5-97AF-8CDD2E6BE3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769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4D521-F65C-9783-36A2-120CDBBFD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CA9433-8B24-335F-822C-F12D690E4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A9647C-288B-7133-EF85-B0F5EAD23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D4E9AB-85AB-E401-6800-81555E92A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DD20-A922-45FF-BAA9-49E579A286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F3FC08-3130-2CDE-8D71-3AFEB4922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3D746F-5C84-DDD9-7AD9-4B8F5EF12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B9095-9DA5-44D5-97AF-8CDD2E6BE3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14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9F885-E515-E3C3-2401-826AEADC7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83EF25-2D3C-D580-CAA2-0BD3EE31B8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F6187F-EC6A-4C75-BFB7-2DBF587CC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676711-CCB5-9687-4E2B-E23360722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DD20-A922-45FF-BAA9-49E579A286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31DEA3-2A29-3E89-D4A7-CBD64DCD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81F3AE-EE78-B186-F02C-E434AE911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B9095-9DA5-44D5-97AF-8CDD2E6BE3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70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01FA4-9585-3EB4-A192-DBB8C21CA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1C76EA-0918-A822-B2E1-5C79FB640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82F2F2-DBE4-E87C-EB42-530E16553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DD20-A922-45FF-BAA9-49E579A286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FC64DF-D154-70F3-F427-953088CB6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8C4012-26E9-543D-5D3C-D3EB8BE28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B9095-9DA5-44D5-97AF-8CDD2E6BE3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044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D852E5-8E70-89E7-A513-E3BF779204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E888A1-CE41-A335-F902-6AA8A8C89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4BA565-0568-BBA7-BBC2-7927D6FE4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DD20-A922-45FF-BAA9-49E579A286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44F480-C07C-C595-0A3A-743F73D64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317DA9-8134-0B85-6BF6-08D904477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B9095-9DA5-44D5-97AF-8CDD2E6BE3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83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B2CAC1A-B7C6-7E0F-0763-9A8F129F7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AC21F1-AED4-5012-65B9-3D940AC8F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5401BD-9DBA-2F25-3D2F-7D6B82DAB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D4DD20-A922-45FF-BAA9-49E579A286FF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121B95-93FC-FEFA-6C23-525C3855F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C1831C-79FB-AB9C-57F6-E32AF560E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B9095-9DA5-44D5-97AF-8CDD2E6BE3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59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98CC0DB-7365-5F0A-0A2A-69B9A92A0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518"/>
            <a:ext cx="12192000" cy="608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75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184F247-2E0F-9210-F3A8-38C3AD54F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7609"/>
            <a:ext cx="12192000" cy="502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54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09900AE-6671-9A6A-48D2-10A947038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294"/>
            <a:ext cx="12192000" cy="573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6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16ABCEA-19D4-A122-5016-1C1C0666C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0825"/>
            <a:ext cx="12192000" cy="469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03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2315814-D38A-C93B-856A-9A9E2E95A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7068"/>
            <a:ext cx="12192000" cy="552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45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BB43632-CB55-E3EB-5159-2D36786A2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03" y="0"/>
            <a:ext cx="10928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82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FDF33F-7EB6-17FA-AD73-62E092B4B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7273"/>
            <a:ext cx="12192000" cy="338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81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1BAE972-E74E-45D9-47F0-F530BCDFC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7140"/>
            <a:ext cx="12192000" cy="422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96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7FDA41-49CA-67AB-360B-D0D4A21F1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9461"/>
            <a:ext cx="12192000" cy="511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74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EB891E-F0A3-53D2-9FCA-D74DC771B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933" y="1939848"/>
            <a:ext cx="9392133" cy="29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36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AA56F1-5DFC-0B21-912E-11055DFBB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062"/>
            <a:ext cx="12192000" cy="648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19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670BB4F-AD00-D364-B35E-BEAD13F0A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" y="323690"/>
            <a:ext cx="12122773" cy="621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1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5EE68FB-EA35-F20A-E308-6393279EB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293"/>
            <a:ext cx="12192000" cy="554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83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宽屏</PresentationFormat>
  <Paragraphs>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2026-09-04T17:50:11Z</dcterms:created>
  <dcterms:modified xsi:type="dcterms:W3CDTF">2026-09-04T18:00:53Z</dcterms:modified>
</cp:coreProperties>
</file>