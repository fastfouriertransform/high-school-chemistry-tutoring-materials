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74249-5497-35DB-456B-C389CC9B1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291F0D-3A6A-CEE3-CE53-9C9C7B112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0873E-6F5D-F4E5-EBF1-97479D63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04C8B7-7A08-AA5A-BE97-BB3A9BF9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981D54-0500-D0A3-22B6-78BE176D8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46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AC60D-7B87-E41F-2071-7F9C942EE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0DCF00-6AE1-1C35-9013-9DEC8D835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B48567-11D9-89B3-DA2A-EF8592805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62E4CE-4A53-E065-8AD8-26E311864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FBC3CF-F57C-2093-3BA8-36DA6385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75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39142-6418-3009-EC05-BE336082C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076AF9-5E7D-768B-61D6-5524DDFB9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315693-C90D-16D1-8DF6-A485BB461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97EE20-B235-5311-B739-854A53AF2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CF62B9-7051-B296-16A9-CA78B50F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588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971B7-B02A-50E8-CAC3-276CFE9D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ECE928-6A27-1558-29EE-6DC938B58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35806E-4B01-18E4-7AB0-1EB25C140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33759A-1A39-1F8E-887C-0F2E991B8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BFA6E0-06D4-8F69-C8C7-FB6A9856A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7A133A-344D-BB62-225D-F925CD4F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211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47BFE-C074-B233-54D4-90D2D2034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FF9893-C7A2-507E-2ED4-5B57AC7E3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23BE43-81F4-292E-CBAF-9EFD230C5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BB68ED-A98F-9083-7E27-7F15C07F7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9E7882-7C26-DD01-C198-77F7C36D47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A6C40B-2BCE-2650-96F6-9D849A45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68F751-F389-7322-D2CE-C59D7AC6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34617A-0FA0-ED63-9103-8EB6E1A1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88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F5908-061C-A160-F3E9-7AD4C3BA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6DE431-4620-467B-E933-F630F899E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D5AC90-15B1-712C-C9F9-2FBE84CA7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D139A9-D5E6-3134-CC22-A2446FD9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69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3A8C3E-B267-DF87-13CC-A0A2C220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C24D35-B35A-D250-B995-BBF1D0F0C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44D9B3-3CE9-9E17-21A6-F8A316EC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625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8DF08-3D48-56FB-BF3E-95E8648B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27C90-1BEE-C86A-8C1B-F040DAEB9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6EE526-6736-EE99-E190-B0BE914EC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5872ED-9D01-1150-B36A-1ADC81928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E518B4-F7B5-46E8-93C3-C25C44A4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A7760C-13D4-1EBC-3806-174079F99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75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E2696-AB01-54BC-B4E0-48C27E93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4B8CEC-D984-9ADC-388B-A5C605370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B30D76-F891-681A-9B0E-111C287EC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71F6FA-9D16-B925-7477-20AEEEC0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0825E0-BFAB-176E-A8A4-92525897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5275B7-BD04-7582-B12F-A42ADD8C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48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FCB7E-3064-A135-6290-DD6ADA34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8F355E-A040-4BC8-B04E-4348DD2CA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4115F6-C9B2-EDD7-36F5-FD538E53F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BEAA2C-5507-DCF4-6809-05D475D6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5AF1A6-50BD-5414-9849-70CB9750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97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C89551-F67D-99D2-F9DE-E67D50089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50F768-C9CF-52A4-65A5-390A8910A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77CC97-0CDC-88B1-C69E-85C50790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C8D50D-924B-FB62-252F-C9BECADA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9635AE-4766-D03F-5AC8-C49013CC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07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53B5A5-41A5-ABC1-BB7E-21CCCAA5D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DA94E7-7387-C00A-2191-379BBF005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E9A960-EBD5-7702-D290-84E68511A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1CD8C-9F68-47D5-ADD1-959C198D08FC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F217B9-D17D-7AB9-672D-24EDC95B7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03F645-6086-A5AC-B11C-0A34BBE8A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147CD-E6D6-4032-B2BE-409BC8CDE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5F83630-B5C3-8920-71F5-046025307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6444"/>
            <a:ext cx="12192000" cy="44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9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090391-B10A-7034-2784-820E808A5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1" y="1149233"/>
            <a:ext cx="12002117" cy="455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1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CB1915-7CF9-8359-5370-FD680CC6D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488"/>
            <a:ext cx="12192000" cy="439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58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E52CB2-7800-4810-DE24-5A04D437B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1748"/>
            <a:ext cx="12192000" cy="323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82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7D627E1-1DD9-6C4B-E146-4797E31F2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0827"/>
            <a:ext cx="12192000" cy="529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44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3EFA679-0524-9256-80FD-B9264928A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851"/>
            <a:ext cx="12192000" cy="596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44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6DFDB9D-BEAE-A110-C073-DD01F4570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492"/>
            <a:ext cx="12192000" cy="528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4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4E1352-4D8D-6CAA-8192-8A9298A2B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4556"/>
            <a:ext cx="12192000" cy="612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16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617F856-86C6-C1A8-A41C-83AECA47B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6028"/>
            <a:ext cx="12192000" cy="400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57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AA1930-4385-4D5F-6264-E05303E11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0330"/>
            <a:ext cx="12192000" cy="455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90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5FB4384-3067-35AC-AD2F-9EE1D5802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7319"/>
            <a:ext cx="12192000" cy="376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95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797A69-04F7-C893-C4E6-4179AC3C9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208"/>
            <a:ext cx="12192000" cy="647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82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43022A-483A-FCAC-5BE4-2A864267F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1276239"/>
            <a:ext cx="9455636" cy="430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8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58658C-CC6A-7869-E7D5-669E570DF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4" y="1911272"/>
            <a:ext cx="8591992" cy="30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43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9DD20C8-862F-2E0B-C17B-2DDCF6632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6122"/>
            <a:ext cx="12192000" cy="20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742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C028566-9C26-89BB-E67A-03F9DD032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647" y="1876345"/>
            <a:ext cx="8858705" cy="310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10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0</Words>
  <Application>Microsoft Office PowerPoint</Application>
  <PresentationFormat>宽屏</PresentationFormat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2026-09-11T03:44:17Z</dcterms:created>
  <dcterms:modified xsi:type="dcterms:W3CDTF">2026-09-11T09:00:35Z</dcterms:modified>
</cp:coreProperties>
</file>