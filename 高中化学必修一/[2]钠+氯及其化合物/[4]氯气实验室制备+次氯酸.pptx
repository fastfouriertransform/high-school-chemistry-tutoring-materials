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83AF6-5A87-4A3C-9321-ACF7E331F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7D5A76-B1C0-3AE0-8B25-4F9EE0D9C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55E025-FDEA-37E0-70FB-A4405D075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3AE993-B19B-8FC2-6363-E6B937D0B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D9D05-F8D1-373D-7591-7F5407AF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07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A8239-A13D-071D-8204-AEC40866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9693A2-6E1A-86D6-4E30-FF0AE0AB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4FE1BE-0D1B-CE34-F857-86891EA9A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D5458B-3062-037E-BBEB-8583AF7E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B06DB-583C-A8E8-0A79-B0EA2008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3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274F4-7EA3-C24E-9D94-545B23A6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E4C27B-A62D-3C30-ED5F-5D7236AB6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539262-99D3-D925-835D-F4C50AB8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6304C5-91AE-0E5B-2937-1AA93D56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BE612-2C50-DEE0-279E-F409C5D6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60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17D1E-12E8-2909-3075-5DC4EB81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4B2FE-EBB3-58AC-0DFC-1E8691AD36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05AC62-3569-AFDC-E25C-E3D4AA5FC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E9C533-3741-D0EC-864F-6AB03F3B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76EDD7-BB99-9EFB-526F-9BEAE52A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692212-C9A9-2C49-5BF6-CA4057EE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64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7909B-810B-0661-A3D0-43BE8DD80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BDCBC3-4792-2A47-3E34-BB9207CB2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690282-1837-C99C-B3F5-EB4873AD2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B38EFD-4D0A-7AA6-2FD0-644E7F365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063BD4-6A58-A03B-EA25-9357A74A0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0E3B9B-45BF-DE93-CBEF-DF503A4C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BB745C-2131-65DF-863E-51365DAD2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DC2579-68B9-E802-B0EF-A48991C8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16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91A26-AB33-2CD8-FFCF-C0951BB7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9EC61A-972C-75C0-CD5B-249C1B85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40FD3F-4C3A-AD4B-4729-4D7347C8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45CE75-F02F-0975-E5CE-1BAA666E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537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96F68C-17A0-0D4D-E947-52EDCF510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E21384-0FA9-69A2-0E6E-FC27D717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55C6F7-2773-F660-7B8D-5826FEF5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474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459BE-7DD2-84FA-EB95-45D2DD2E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AD58B-5B68-2170-17F4-35500B811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91BC6D-89F4-A81F-6C06-1ACA7E165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991577-1966-8EA4-D917-B1421894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9D6D5A-E0D7-6C8E-1D5C-37E43BA6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B2CC4D-6A8A-51B2-3AB5-FA92825D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021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2554C-D0FD-4073-1980-7D091E21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B87CEC-7EDC-F59F-F76A-BE44B54CB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4DA1A5-FA60-19A6-CB76-6E2D548DF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16C677-D1EE-8842-9F37-444426CB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82FC6B-FF58-3D6B-2836-292712E3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5573BC-BBD2-BB30-F59A-10C6D9D9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19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817DD-CA59-CAB5-3B77-2F4F9D3B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345B02-5038-756B-9FDE-FF5CE1828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5FE5EB-E183-AB48-B62A-E7BBD49D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82C51E-1619-5C77-0F2B-527BCC28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D72D46-2B2F-7E8A-7CDE-E3B59BBD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01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A4367B-719F-C259-47F6-D9AD0E403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043B8B-7995-0DB4-2D27-23703913F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9C0E5E-A237-ADE6-8C09-AD283E138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AE2748-06D7-78EF-7A09-309F2C12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FC52C7-AD18-272D-920C-9A3A2E3B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6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C9C5B1-6091-7EF8-F1D8-8CFA8C1D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959859-4CCB-3926-7812-EBEEEE7FA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AF3658-C623-3D1D-7ED6-ADEBF7C61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D4FCC-5E64-4214-A6BD-62677762805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D3A2A0-5D1D-A84E-6393-A53FBF0EF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1A5FBF-52E3-EEF5-4BED-505A63A01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8562-05B2-4AA6-A6C6-88DCE1856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26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8B4FE6C-A05B-42AF-86E4-1D98EB79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681"/>
            <a:ext cx="12192000" cy="593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30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30F8C1-9DA6-EEE8-7DC7-110A0C7B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303"/>
            <a:ext cx="12192000" cy="559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70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2DFACA-9C4E-C73B-DB6A-BB46DB62B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903"/>
            <a:ext cx="12192000" cy="578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1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571600-0CC9-37D6-909A-C3D2A019F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047"/>
            <a:ext cx="12192000" cy="601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2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9BF426-31C2-6377-4437-32B0DA6DF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4730"/>
            <a:ext cx="12192000" cy="544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33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796E7E0-9480-5510-64AB-D4D20FC7C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018"/>
            <a:ext cx="12192000" cy="409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7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BD7A55-5642-668D-47E5-830095041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101"/>
            <a:ext cx="12192000" cy="574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7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33F5B11-E03E-1BDF-EFF3-A32C32876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171"/>
            <a:ext cx="12192000" cy="49856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AA9537-B3F6-CB71-ED51-66E9A657A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5927"/>
            <a:ext cx="4030270" cy="52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2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FB71684-2EDB-1F24-280E-F700F8520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4010"/>
            <a:ext cx="12192000" cy="224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02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2026-09-11T09:03:20Z</dcterms:created>
  <dcterms:modified xsi:type="dcterms:W3CDTF">2026-09-11T09:19:39Z</dcterms:modified>
</cp:coreProperties>
</file>