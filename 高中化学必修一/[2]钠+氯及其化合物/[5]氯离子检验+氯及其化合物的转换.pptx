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C1071-4F96-EBCE-4AEB-C457EE5B1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E7F9C2-D235-8408-9957-FA49EBD0F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B8E124-E8D3-CCD7-6C5F-DEE79CD6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13279-C965-F688-78C2-1CAD861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1ABB30-EA1D-1DA0-3BC0-990E9BDC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83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9DB25-5EC4-7E7F-958C-8AD86E80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8628CB-6C05-C44D-8040-D07F825D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A58AF-C4A8-3EB2-BD1C-5E34F651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3507A2-775C-F0E7-7E22-ABCFA617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7E440-2355-2E49-8581-EB4CF78F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51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BD589-DF1E-3ADD-8E43-7B9003B4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6D2C5-8077-BC09-1FBB-08DC3002D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3C54F-D185-02DE-27AC-E02A4603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036C5B-BE7A-E7A4-1DDE-D8763555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1590D1-C38E-FF6D-D179-1A2CDD71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38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BBBB3-2369-A350-A8A3-E0BD5552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22E3A-BBB8-5AFF-47E4-B2791FB11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71E2AA-87CE-BF1A-4A22-CDC7F530C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EB4EC0-C1AF-ED35-5676-938A5217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1C42D-F319-4597-3D1C-2D51B406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FBA88B-9A35-2017-7FA0-E359C12A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47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A6EF7-13B5-94A8-B756-565A09FD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DCB11-3F26-82A1-4CCF-76B8BDCFE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9BD61B-6AA6-5C09-DBEF-1262AAF4A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6D0BB7-D79D-5278-0F60-FE987FE0A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E7C497-0D6A-C7EE-F479-8DA08C507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E32D22-6C6A-9F0C-EEDB-2ACE2D567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43F376-0ECF-45E2-168C-CEBACCDD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5B7AB0-28B9-4328-7392-1E33A278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44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E7E79-B5FB-A99F-12D7-DB6A794D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60ECED-76E0-20B5-9AFD-BAF9E8FC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238E69-58FB-D3BE-59AF-3CF52FA6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9E4290-71D5-F3AD-68FE-799F7AC7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87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2C654E-0A7D-91B0-0251-C549BDD8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9120D3-5597-4A9D-F8A6-AE8F9F3E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619B6A-3F04-133D-6F02-AF043C15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61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6741C-5752-3EC5-EE84-CD2884BE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0A986-FABC-8FAD-C399-A13767DD5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2FAB3D-165B-0D21-671F-31E1AA405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5E8865-C801-FED9-7B62-3D18DABC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808942-B6CF-98A9-A75C-68E19433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6BE073-DFBA-1F27-ADAB-92B52DE9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38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B4554-D44D-7704-A1E3-739AF965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CF07A7-CE14-46A4-F7F1-C24F0335C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EB9E02-6EBC-6911-EBCB-B9C5919B2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D942A0-1597-8739-F78C-2C35D4F6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5B4919-4445-AA93-5976-BA134312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D8FFD3-35E4-7348-17E0-39ADCE347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24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6F868-9997-7870-3BA4-F1249A43F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B947A2-7BA3-4AF7-5794-BC5DC8DEF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5E3C8-5D29-B8F6-AA58-4D640977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B3FD5-E9B8-BC41-4E24-8E02435A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98EC6-FE9F-57E0-D373-69838C74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1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A45F7F-07C9-DE63-95AB-06DC469F6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0F9583-EAFD-E2FC-783F-F0EF48999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926F5-CE21-AFBC-B1DE-A7FFAEA7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4D11D-F92F-C7A2-D3BE-B5A6C73C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2CF0FD-3990-37A6-E2F6-9B531745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72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43129A-5A76-ED96-7685-CC782A5B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EE539-8358-CB1E-E314-E595D292B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815190-1305-5AD2-300F-B02D737DA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A130B-D779-4EDF-B2F2-8798BDF7AB07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C3A2EC-1280-12B6-72E8-757D076C1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23E01-F17E-2044-4E9A-6E39A353C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D8DA6-CC0E-4EED-B495-5D969AAF4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6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24B7CD-421D-098E-2B27-37C1E070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462"/>
            <a:ext cx="12192000" cy="553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51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7B1D4DA-8DC7-5511-97BE-94D3AB619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6897"/>
            <a:ext cx="12192000" cy="24442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98957C-9DA0-98FF-915D-E3E2974E27A2}"/>
              </a:ext>
            </a:extLst>
          </p:cNvPr>
          <p:cNvSpPr txBox="1"/>
          <p:nvPr/>
        </p:nvSpPr>
        <p:spPr>
          <a:xfrm>
            <a:off x="10816681" y="2395127"/>
            <a:ext cx="1271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新宋体" panose="02010609030101010101" pitchFamily="49" charset="-122"/>
                <a:ea typeface="新宋体" panose="02010609030101010101" pitchFamily="49" charset="-122"/>
              </a:rPr>
              <a:t>有无色</a:t>
            </a:r>
          </a:p>
        </p:txBody>
      </p:sp>
    </p:spTree>
    <p:extLst>
      <p:ext uri="{BB962C8B-B14F-4D97-AF65-F5344CB8AC3E}">
        <p14:creationId xmlns:p14="http://schemas.microsoft.com/office/powerpoint/2010/main" val="172767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C734DC-0246-F643-10DA-1B6B5CE9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" y="1473099"/>
            <a:ext cx="11627448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2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4D0F38-D2BF-3C16-5A38-453236293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29" y="1835068"/>
            <a:ext cx="11513142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7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B81E31A-6EEE-C762-76FA-B177C69C8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0347"/>
            <a:ext cx="12192000" cy="14372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DAF0189-2828-75E4-B8EC-28F2736A0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29" y="1835068"/>
            <a:ext cx="11513142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9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78CADB-B686-2630-31FA-0796A451E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7386"/>
            <a:ext cx="12192000" cy="478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5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08412B4-0F0A-C45A-E25C-1FF4E1519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5" y="942847"/>
            <a:ext cx="11875110" cy="497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2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FD9699-F306-AD59-E945-3794FCBF8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96" y="1339742"/>
            <a:ext cx="11837008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2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BE8C77-3441-5BE9-C414-B7544D49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3430"/>
            <a:ext cx="12192000" cy="265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4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宽屏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新宋体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1</cp:revision>
  <dcterms:created xsi:type="dcterms:W3CDTF">2026-09-11T09:33:32Z</dcterms:created>
  <dcterms:modified xsi:type="dcterms:W3CDTF">2026-09-11T09:34:38Z</dcterms:modified>
</cp:coreProperties>
</file>