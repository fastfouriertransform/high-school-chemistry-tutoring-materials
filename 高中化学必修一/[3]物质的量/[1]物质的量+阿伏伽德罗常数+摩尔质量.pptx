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1" d="100"/>
          <a:sy n="91" d="100"/>
        </p:scale>
        <p:origin x="68" y="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916D-A135-3117-8A19-22214485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7FB101-0838-78FC-CFA0-D5A42180C6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9E86D3-53C8-0F42-1F8B-794CAE32E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4AE5-C75A-4120-B051-743415409C47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A4404-5352-8C23-18A6-828FCBD77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EA2D19-6367-8015-9FFC-9F016D92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028E-9BEC-4BA1-8B47-DD2EF4DFD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234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289DB-67C5-A31A-BFE1-779771BE3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63A41E-B8EB-556B-8C5E-31C125250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FD7C14-E5C1-8961-874B-83110B81D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4AE5-C75A-4120-B051-743415409C47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F5E87A-6EEF-6A8B-1F62-ACC223E60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58A6FE-44DA-2707-12AA-9E1C0D7F5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028E-9BEC-4BA1-8B47-DD2EF4DFD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822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4A292-DD1E-3F72-8A25-996487784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46B5E2-2F0E-116B-48E1-B7868FB24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F7EF9-01BF-CD21-25C1-59E01E63F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4AE5-C75A-4120-B051-743415409C47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F25729-D01E-A01C-1DAB-E8DABB6D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91B23F-8F5F-ECE4-3AAB-6F0F8E81E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028E-9BEC-4BA1-8B47-DD2EF4DFD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219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C81CB-DEF3-4BE6-6440-34933BFFE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28D0F5-292E-705E-C82A-780D56AC24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9205BA-C600-7A57-1718-CFBED046C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D369ED-E26F-0374-48C6-DE4341B05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4AE5-C75A-4120-B051-743415409C47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C63EFF-CC02-3C6F-5746-CC2D3F2A0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9468C9-31E0-CA85-497B-DE6F45303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028E-9BEC-4BA1-8B47-DD2EF4DFD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916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89B5B3-6010-2671-B6B5-F29AA860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33D082-2E69-1957-7557-AC36C4131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70108-A334-BAF3-DA28-88371D006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5543C4-6C68-73CF-4270-CE99E7986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EB857E-A2FC-B64D-E7C1-C785169B2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2AE3DC-FE13-5DB1-4B7F-E06C890EB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4AE5-C75A-4120-B051-743415409C47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5D71F3-B432-E231-6D61-D1CBE343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B50AD1-FE11-3BDA-8CC4-55E1D64E6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028E-9BEC-4BA1-8B47-DD2EF4DFD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683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3CC9F-71E7-B78F-7EC1-6358EDB8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8929FC-45B8-9A5D-9E57-98717885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4AE5-C75A-4120-B051-743415409C47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B83BB47-BB6B-C074-1B78-56DD9097C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03E214-16C8-B927-3898-ADA95DAE8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028E-9BEC-4BA1-8B47-DD2EF4DFD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303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D4E1D2-842F-974B-3B1C-77BA7E46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4AE5-C75A-4120-B051-743415409C47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907E88-A994-FAC4-7070-69D05356A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B1B5FE-50EE-85A1-2E6E-580E4844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028E-9BEC-4BA1-8B47-DD2EF4DFD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003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1DFA6-FE4D-3FE8-C0A2-42355887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B4B18-7399-3B40-6206-2161535F8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8E8679-0E88-BDFF-B293-E50362230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537D2D-9BA7-04DF-A2FB-8D9C3061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4AE5-C75A-4120-B051-743415409C47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113746-9754-99A9-EB8E-69E9923A5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6C696B-7B9F-E007-F193-BB357A8D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028E-9BEC-4BA1-8B47-DD2EF4DFD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893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6A9FDB-A51A-AD0D-AAB2-869A4D278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E23122B-8511-0FC5-7C27-41C66F239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F2B924-1CAD-68DD-1C5B-A88C020E0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6911A3-D757-9BE9-E3D0-0D7B20D57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4AE5-C75A-4120-B051-743415409C47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162005-282E-C8CF-81EB-E7CFC61F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FE85D2-3B29-71D8-287B-070E852F4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028E-9BEC-4BA1-8B47-DD2EF4DFD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953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3A7A07-9E3A-2E89-0F2A-8A4D7D51F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AEA63A-5311-314A-64EC-14E04ABC1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0A7F29-6855-4CB0-44C6-6BB8E437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4AE5-C75A-4120-B051-743415409C47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08F235-0C59-1ED7-4822-D0E65D2FD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1BA556-5561-C1C9-46D8-0CC2C678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028E-9BEC-4BA1-8B47-DD2EF4DFD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737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86BCEAA-2603-200E-0E1B-94B99DAE2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98D1D7-26F6-7224-0C8B-E6D504E24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F15B8F-169C-754D-1BD3-CB4E30F2F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4AE5-C75A-4120-B051-743415409C47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E3097B-44D7-4E28-CCFF-0900BA40E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1B76FF-99D9-E269-D84C-60B6EE071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028E-9BEC-4BA1-8B47-DD2EF4DFD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363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28A122-AE29-6CFE-7E64-50E1D52B3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C1B71A-C4CB-0B3A-FBA6-1D8DBCBC0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4B7E32-9CDC-A4E0-8238-41060A896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94AE5-C75A-4120-B051-743415409C47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E0D79B-A196-1E09-02FB-C5B9B10CB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7FD73E-78B5-4846-78D4-62B9E630F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AF028E-9BEC-4BA1-8B47-DD2EF4DFD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58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8566191-6B52-0F54-B7A1-C74BA7C13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3283"/>
            <a:ext cx="12192000" cy="495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63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BE2ED7F-90D5-B371-6DC8-92701986B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245"/>
            <a:ext cx="12192000" cy="556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305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4EA9A73-663E-F7E9-6D08-1B3850226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02" y="1711236"/>
            <a:ext cx="11582995" cy="343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01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BAA659-B1ED-145D-E4BC-3D6A81952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5157"/>
            <a:ext cx="12192000" cy="488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031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137230-850B-8BFF-5164-7C98A074A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5" y="1949374"/>
            <a:ext cx="12046569" cy="29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575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4EC8C7C-0090-2E2C-4A98-23EA31419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19" y="1882695"/>
            <a:ext cx="11894161" cy="30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71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8F5920F-26AF-6290-28A7-B00BE0898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0" y="2800317"/>
            <a:ext cx="12065620" cy="125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21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DC1383B-8D91-B4AF-4DED-9D57AC68C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887"/>
            <a:ext cx="12192000" cy="577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120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D55209B-F490-B78B-993E-CB66D593F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7123"/>
            <a:ext cx="12192000" cy="276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268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B73C682-1CC2-927F-1794-0F4DB2563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8961"/>
            <a:ext cx="12192000" cy="364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023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D2DCFFC-8BFF-5690-E110-33103F109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8309"/>
            <a:ext cx="12192000" cy="434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40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F29D096-87F8-7BD5-661B-351EBC2C8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15" y="2520903"/>
            <a:ext cx="11074969" cy="181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978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78FF65D-B55F-4AF4-AFAA-A091D6D81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37" y="1139707"/>
            <a:ext cx="11208326" cy="457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854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1</cp:revision>
  <dcterms:created xsi:type="dcterms:W3CDTF">2026-08-08T08:03:03Z</dcterms:created>
  <dcterms:modified xsi:type="dcterms:W3CDTF">2026-08-08T08:03:04Z</dcterms:modified>
</cp:coreProperties>
</file>