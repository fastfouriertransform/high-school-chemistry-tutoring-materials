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C1FA5F-A520-FD61-961D-FCEA37360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49C9678-4E09-6D05-1049-3054BAF7A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F86DB7-41A0-6C96-17A2-B52CC3E7D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71DD4-66A8-482A-9FA7-74280B6AC252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E7158A-02EC-E00B-13A2-6099E723E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222D7E-E694-1CFE-26DB-31A60B58A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EE782-4A30-4E67-AF04-05C97DF52E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861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FAED2A-1B75-8DC0-A773-3FB8FB4A8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86EEAE-9536-35F2-080A-69DB09D67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6BABEA-E287-1C9A-2602-1F8794625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71DD4-66A8-482A-9FA7-74280B6AC252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026C89-849E-5389-93AE-82DE0A95C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552475-002E-E05C-15BE-A7808B7D9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EE782-4A30-4E67-AF04-05C97DF52E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786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09409-C986-D68F-95F5-562AA6B9E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405B35-1F62-994A-46EE-F51A52333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223B7E-1638-4826-8A0A-BDB858B86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71DD4-66A8-482A-9FA7-74280B6AC252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E01501-6D40-FC30-07FA-9D0089EF6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C22ABE-3195-64A4-166F-23A24C722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EE782-4A30-4E67-AF04-05C97DF52E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593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AEBA5B-2535-F228-864C-6E674A4A2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9F48C0-3164-21D3-DF6E-0A235A3A5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31FD42-0C32-B42F-D4B6-68C397537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94EC5B-CCA8-978C-F09E-47E74ABE6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71DD4-66A8-482A-9FA7-74280B6AC252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892B8F-414B-6E96-012D-237CEBD31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55EA07-DDFC-0C67-3FA0-0CD14E417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EE782-4A30-4E67-AF04-05C97DF52E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030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D3571-3EC0-BFF6-38E0-40E5E25B8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B3E163-8EA7-BB9D-F5C6-0601AEB3C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53CDDF-82FD-DB08-1AF2-C0AC9487D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62890B-CDFD-EC5A-5B7C-B9D1754292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41CFE1-1402-5DFB-6F4E-DC67B5DDEF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CA17AB-02D0-450B-6DC3-7EFDAC12D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71DD4-66A8-482A-9FA7-74280B6AC252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18D0CDA-23EE-511A-65D6-59CFDFE7F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9033D4D-9F43-513E-00AD-EF8239B72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EE782-4A30-4E67-AF04-05C97DF52E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51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D3E4FB-76D0-AD47-AD9C-C91B3C5AA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1B23BA6-1851-47D3-0C5E-47C139C29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71DD4-66A8-482A-9FA7-74280B6AC252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B6BCFB-181D-5A43-4986-8D57B76B0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277E66-13F1-64A1-105C-6287EA5D3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EE782-4A30-4E67-AF04-05C97DF52E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691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6A52BD-FBA6-E01A-21AA-B1D7A33F8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71DD4-66A8-482A-9FA7-74280B6AC252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797B0ED-5968-C09B-7D27-360013C48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8C610B-3D86-DF7F-A810-F38AB59E4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EE782-4A30-4E67-AF04-05C97DF52E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23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0226E0-8B42-6BCA-E07C-ADF95463F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BEAAE2-33F8-D607-6A25-54224BE67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0D9CC4-6184-114A-CA04-2C6A9A15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BF4B40-CAAC-6825-4DC5-1D969D143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71DD4-66A8-482A-9FA7-74280B6AC252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0156F8-FEF3-324B-8EAB-0898EAEAB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B09767-848A-A46A-7010-B5DE88584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EE782-4A30-4E67-AF04-05C97DF52E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10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2AA057-501C-1C36-1BC4-8D4960E6F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C4F7194-9C86-6A70-EA6C-92813F6F08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C71808-891D-FF34-5201-EABE75B20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512CDF-D4CC-5DD8-18A8-819138E6C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71DD4-66A8-482A-9FA7-74280B6AC252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5491DC-880A-DC95-92A1-569E61EC8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A87ED6-AE3C-BB43-2FFF-C861E5C58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EE782-4A30-4E67-AF04-05C97DF52E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309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A3AC0-1190-FA94-BC10-6E7CAF2EA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EB2D6B-4DD6-D0BF-6ED0-135EB1A46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1906BE-35AB-14F8-B1A3-7A01C883E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71DD4-66A8-482A-9FA7-74280B6AC252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C32BB5-0C41-0D93-8C66-1F844ACA3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FB6E8D-2ABB-95A2-9684-5E73FE78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EE782-4A30-4E67-AF04-05C97DF52E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300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2C08839-4C84-884B-32B6-1E1DA494FC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696201-F739-45A1-AE03-67E6C3F48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651AF4-509D-6A7D-0A4C-7C437031D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71DD4-66A8-482A-9FA7-74280B6AC252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350054-134A-F718-F788-D399D84BF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DC674A-6D83-B6F0-0A52-B9DBE8E81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EE782-4A30-4E67-AF04-05C97DF52E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301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2FC4AD-55C1-ECF5-A5FE-7D1F30FAA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7368EA-CF1B-305C-9A68-201D814D4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44D785-4FC3-451F-55EF-433185FE10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171DD4-66A8-482A-9FA7-74280B6AC252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9543C5-CAA5-2C96-B685-B4F5AD68B2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07A854-E1BA-F146-3253-783E786F0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4EE782-4A30-4E67-AF04-05C97DF52E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52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4DDAE2F-DA1A-3009-10C2-43FDA0437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7400"/>
            <a:ext cx="12192000" cy="52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624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4EFAFFE-D856-BA93-10A0-B90CCADFC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0310"/>
            <a:ext cx="12192000" cy="505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552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5D2ACCC-F337-2A81-4A3F-47D1B7D87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1827"/>
            <a:ext cx="12192000" cy="431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93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E27BBBA-8900-A0D2-8E70-8A65CD1BA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2917"/>
            <a:ext cx="12192000" cy="411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335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6FB59DE-419C-636D-28A9-A4DC88D3F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1253"/>
            <a:ext cx="12192000" cy="469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438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80709E4-1BAD-A6CD-7DA4-B0C624A41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92" y="1053978"/>
            <a:ext cx="10992415" cy="475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649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8FA2B3D-8C3B-C3EB-6345-1F7415FC7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84" y="1939848"/>
            <a:ext cx="11322632" cy="297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76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宽屏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1</cp:revision>
  <dcterms:created xsi:type="dcterms:W3CDTF">2026-08-08T08:34:37Z</dcterms:created>
  <dcterms:modified xsi:type="dcterms:W3CDTF">2026-08-08T08:59:40Z</dcterms:modified>
</cp:coreProperties>
</file>