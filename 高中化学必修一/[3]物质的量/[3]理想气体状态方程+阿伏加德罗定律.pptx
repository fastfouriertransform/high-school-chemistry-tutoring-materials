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CFD71-00C8-EDAD-46FE-DCC4E3F4E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33D2BB-A867-9786-40D9-813718A23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8E780-2621-3EAB-F1EB-297200AF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E8C6BA-4B15-8198-7BBA-79E5792F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4D949D-276D-5CC7-55D3-7BAB269E0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91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1AF1A7-39C6-B709-FF54-BAE3D6DF5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FFE796-89C8-B3C9-34EC-57C8FB549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0FF29F-84EF-EB52-3E4D-933CD9DC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09D89A-92D7-FF49-C972-789A77F9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A876EE-2706-89A6-8316-44A9C74F0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416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F5CC9-1F6E-E4E6-95DA-7B2C31628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B417B0-763A-9812-BAEE-DC9DF485B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C49FEB-BACE-2D15-9E84-187CC242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89362F-7F4D-DD90-4F41-BD2209995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D8CAD8-510F-934C-9EDD-13F70B8B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858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D2566-7EAD-C35C-0E2E-F04B8C957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A81544-1D72-F1CC-A85F-D90D03535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760040-6BB6-2783-513C-DB77BB102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BF96F7-A54C-8334-9D4B-136F84F0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175F2D-5A40-925A-EA70-1DB60B9B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9AF3FD-55AF-E34B-7F9F-2B1DA99D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885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0F0B2-9711-6DB8-CDB2-053BA1165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F072AC-BBFB-DAAA-7C7D-00FECCB80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3DFB55-8D67-4CC8-C381-9BC4B830C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666539-9A67-1EC0-6342-D514905D8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52FECC-ED79-434C-CE86-E89EE4698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39928C-16EC-5E6E-7226-648CE4328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5AFA2B-CF5B-6B25-B836-C31CCE44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B67588-9DBD-8735-B722-C2B41323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995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DA45F-4DD7-E06E-EC52-D2BE6077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4F3E15-5A71-1ACE-446E-B5BDD91CA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76C731-B1FA-0166-AE76-5A32A50A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1F88DD-384A-AA7D-B617-579827C0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09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ADB02D-6500-71DC-3806-BAEB11CE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2E41F2-64DB-8581-219F-B944E54F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370FB2-208C-220E-BA82-E3E0A56D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02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C15816-6925-4815-7E2F-0153B611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AEDFBA-840D-13E3-B16E-5ED0A667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2FA6EC-6218-61FD-DBCC-2747DB7E8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E578EA-C8F3-E52F-CFC4-E867083BA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ACFFFD-371D-544A-CCB3-E6684C49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245055-63C1-7D9C-CD03-997178DA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2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2B278A-3DDE-1071-3D5E-AEEA89D5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6011FD-4930-1AB6-A8D9-68729F786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6E7C0D-806E-6798-2574-2A9F756FD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3F607D-61C4-6DD8-C632-5E3415B3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0EA08C-1875-5DF6-61FD-40837BC47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1DF373-BC2F-F1D0-1D32-61E47B72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68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50D65-7BA4-6285-7771-73EE9BE8B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75EBD2-54F1-866E-B129-711B83A6D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B1697-70B9-CE0C-F458-C867FF58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DD63D-5EA7-1DFD-4169-DB268B9BF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EB87F9-7517-E3E3-5AFC-B1CA607C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89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82987E-2710-EAC0-A424-C25DD3DED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5ED784-63B0-7100-5798-672B9F9BB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76B121-82C5-62B1-D0C0-E08731EF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4A075-C034-3E8C-18A7-FC69F35D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01FDEE-7B56-99CF-56F0-F649E44C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787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E14011-C106-5A54-7A2F-258BC76D3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856C4B-743F-AD0B-9E8C-83882859F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83D847-BD47-3FF9-F0CB-45F8150B37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B88B34-72D3-4A22-888E-C9E4E7D564C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F692D9-2FE5-3807-7750-1A6EAD789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8FFB19-95D1-3DEA-017A-2935693E2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4D3B8-4DE0-4418-BB94-2AA99461C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39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7537326-3581-3BE1-B0B7-532AF1742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9935"/>
            <a:ext cx="12192000" cy="299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74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E5AFFE7-F933-F63C-34C2-951FE2387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3430"/>
            <a:ext cx="12192000" cy="359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3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AF8096-A0D9-6913-C6E1-CCFD6F9AB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0994"/>
            <a:ext cx="12192000" cy="499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21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F883AD-4827-A373-153D-FF727209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9929"/>
            <a:ext cx="12192000" cy="621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53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383BF7-34BB-B5C5-734C-4611A581D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84" y="2444699"/>
            <a:ext cx="10325631" cy="19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00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6F2F38-1DED-01C2-0F78-D4378D15F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0224"/>
            <a:ext cx="12192000" cy="331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8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5C9FD9-287B-70D1-756B-3CA02B531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7202"/>
            <a:ext cx="12192000" cy="452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6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3C16B1-B004-CB43-55F1-6D7D778AA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3289"/>
            <a:ext cx="12192000" cy="409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67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宽屏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2026-08-09T06:51:07Z</dcterms:created>
  <dcterms:modified xsi:type="dcterms:W3CDTF">2026-08-09T07:17:05Z</dcterms:modified>
</cp:coreProperties>
</file>