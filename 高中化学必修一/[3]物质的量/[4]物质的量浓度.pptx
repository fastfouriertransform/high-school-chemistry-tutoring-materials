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DA4D4-45C8-0A12-575B-1EEA677B0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B031BF-B99F-8B78-62C6-0D8D727FA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2CAECE-3723-EC2A-6524-081077C6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8F1990-F3A1-140D-C86E-1647E532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8E5C5-34FD-576F-6E93-59E7F203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3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64AD6-48D4-8FB5-CF0F-EE9A3238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5F48A-B7B5-DBCB-77CD-51F430BF9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1CD72-5CA7-7C28-5BB5-A458DEE6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1F592-AAEC-B298-C109-DED5FCC6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081D6C-153C-748F-89E4-962F506E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43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3EFE8-81BE-6953-0604-4C54C7BBA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024765-6B64-A57F-8525-993D0801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11F02-AE13-8990-32C4-28A8662F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538E68-06D2-02C6-2BF0-17ADFCA0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037627-1407-9132-9DB5-43DAEDC9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33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D1751-1918-13A8-8BA5-056DEE5F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3B6B1-D173-AED7-9ABB-BC2B113EC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38E1E4-775A-A41B-47C2-4DB4E3D51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696BF-4680-1D58-730A-5C0484E6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E96636-A0CF-3AD3-4258-DCCA432D5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687EFC-47D0-BA99-AE93-7AC087CA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35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4BC43-BFDC-705E-9514-D4869D29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4CAE4-B7E0-94BF-51CC-C37FE42E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A13F64-598B-46D3-8DF6-DBAA349FC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637786-7DC0-9D41-C4A5-D99796B0C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48B117-C46E-6CF9-BA1E-D4E820F56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3A2BAA-931B-C7B0-3741-EF9AEFC1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EAB9E-181D-4B7F-99EB-37676B81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9B6FF9-4670-36A3-98CD-18034B78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39D0A-D7E2-BE7E-68E8-8FBF94EB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970850-FEA2-1171-06F6-5D7B9AC8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3606AF-2153-CD15-963E-B7AC3248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9C0E55-9D13-1BBD-8E89-21922B20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5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4F270C-1180-1D77-8748-3B148F8A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145EB7-C0B8-CFE2-EAB7-02610D932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57F5E-4B01-57CD-C38D-E7C3B39F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62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E18CE-2B8F-CDB2-6138-52831C6F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BF1B9-171C-3EE9-E2F6-4AD36D9E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177757-3EF8-A542-88C3-84B316200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E23E3-36ED-FBD2-319C-C8D07962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6C523-E771-BED3-44F3-2802EEAD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54DE94-A123-2936-F05F-EC393D79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0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C2803-8268-4177-283F-E5ACC9A2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292AAF-4D60-EEAD-2E09-721953EC2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ED9CC6-ABC0-5004-5C40-AB49D2F00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FAE49F-2A90-D723-2E9F-191A817C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16568C-0711-4020-D89F-03541408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B97E91-6A17-2FBF-B859-4F432389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9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DA7E3-BDC5-BAA9-31D2-98B371ED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7EE4AC-84FF-108F-8040-1A86A552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B9432D-F539-65E9-48D0-5C5973B6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54CA3-2F7E-DED7-4931-7F428479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72ACB-A9AD-4828-19AD-7E700FC0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73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9D70DF-164F-5F11-7326-6774BD6EC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9899E-4B0C-58DD-7523-DEE77C8CA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AA6F3-87FE-AA3A-CAF2-1026BA8A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1820D-6E5E-524E-FD0A-8D8E9E20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91F84-A2D2-6C2A-9D90-753A3258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6DF7AC-79B2-5613-53F9-DE82E6C5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757CE-3493-9430-FC99-3EE73FFE8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2DB6F-03B5-9E7F-43D7-8A5788951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0BF98-0754-4F0F-9C87-085DCA5D92C2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7E29C-23EE-6EB4-047E-2F6C8FFBA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AB215-0989-0AF1-4B42-2ADE058F7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84E78-5FDD-411E-BCE2-F8BF691F63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88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41E731-6110-980D-7AAD-BF858CEC3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549"/>
            <a:ext cx="12192000" cy="58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0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F53F86C-0D63-7B59-A319-2099AD6F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838"/>
            <a:ext cx="12192000" cy="614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4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2AD5A2-2952-1BEE-C880-CBEBAB52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062"/>
            <a:ext cx="12192000" cy="518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9F292-9E44-7BF4-FC7B-399269F7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078" y="0"/>
            <a:ext cx="6601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06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0C2699-C1A6-28D3-AADC-C841CFD2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1" y="1838243"/>
            <a:ext cx="10478038" cy="31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2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36A59B-4C64-080B-6E4C-375824BF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123"/>
            <a:ext cx="12192000" cy="423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4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2E7EF3-A9D3-3980-8405-B4EB5EF7C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7600"/>
            <a:ext cx="12192000" cy="23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2026-08-09T07:18:30Z</dcterms:created>
  <dcterms:modified xsi:type="dcterms:W3CDTF">2026-08-10T06:24:33Z</dcterms:modified>
</cp:coreProperties>
</file>