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2F0AFA-991E-6C3A-1A7B-EB2C0933B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A4818B6-298F-212A-180F-5C04FACFF1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7A795D-14BE-8EEB-3933-8ED71907E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5765-FC1F-4AB2-8B71-0DC866694749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F984AA-C92D-EF00-AE99-50C020E9F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F5E31E-993E-153E-4EA9-0A93D9578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ACD3-14C3-4F6C-8E6E-E5065D91A3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666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3B86D4-8A47-F3E6-BADD-0C1BADE04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40ADF3-F639-6B4C-65A4-19E4F6112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B64B88-A11C-D245-2A2E-5FCBF94D2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5765-FC1F-4AB2-8B71-0DC866694749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7FB62B-F972-5A30-745A-CC643CCEE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6FC4E1-8F36-0DC1-BA46-E417815FE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ACD3-14C3-4F6C-8E6E-E5065D91A3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192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2D8BBF-0F67-EC88-31E6-265FD54FD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B9A743-EB72-2264-9F79-E9029DB67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C41FFD-D6EB-6FA4-6239-1A31D7D4A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5765-FC1F-4AB2-8B71-0DC866694749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1F64AA-F325-76EA-C3A1-B930A485F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D9DB8F-B7F8-4F89-F998-889B14F0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ACD3-14C3-4F6C-8E6E-E5065D91A3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062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39A99C-BDA4-9FFF-42E4-2154B2BCE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C38EF2-140D-A7F7-43F5-9B15E691BD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3A95600-01BF-B741-1D23-50F562BDA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99383D-7666-5F23-7457-49D24CEBD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5765-FC1F-4AB2-8B71-0DC866694749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C76578-F2ED-9B05-A18A-CC98ED160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2038DF-49AD-7C7F-3848-EB9C7D06A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ACD3-14C3-4F6C-8E6E-E5065D91A3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597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C30883-34CE-47F1-A9B1-95172AC54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E9DA63-60BA-57BC-DCBA-90EB9F876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F8F804-E233-41B7-A0E7-6495D3EE6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18DB1A3-349E-2FD1-921B-825E0EE148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51327C-22BD-3AEA-EBD3-ABB07A6FAD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2AD35F9-8D87-48ED-DA79-021C6430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5765-FC1F-4AB2-8B71-0DC866694749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8E99FB9-5BA6-B83E-08FF-DFAF452C3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0AEBBEB-0C9E-619F-F19B-A71C119B8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ACD3-14C3-4F6C-8E6E-E5065D91A3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238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325253-615A-B601-426C-C7F5FCAF1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839040-8EE0-D543-0E92-B5ABA67F2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5765-FC1F-4AB2-8B71-0DC866694749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D52E4D-C76A-5489-3761-27FF6FD69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2B0E4A4-BFAF-6B24-985D-402CEC5E5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ACD3-14C3-4F6C-8E6E-E5065D91A3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935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59A1F55-6A43-0483-49F4-C977607A9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5765-FC1F-4AB2-8B71-0DC866694749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EDE4261-5C8C-11C4-EB4C-05E323C4E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ED308F-04EC-54FA-889C-35B20D149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ACD3-14C3-4F6C-8E6E-E5065D91A3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46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0CAAFD-F057-1EED-29B8-29FD0C53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55224D-C3D1-835F-F53D-CBF84ECA5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640D35-2BED-0C39-11DB-FF6D85A1C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6005EA-7FD0-E2DA-DEC4-C190652EE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5765-FC1F-4AB2-8B71-0DC866694749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0BCFDF-BCC2-043E-AA56-A90C791B1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1CCF86-01B0-3A27-7B84-9CA4F5841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ACD3-14C3-4F6C-8E6E-E5065D91A3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285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FEEB0F-34DC-250C-47F9-48622EA81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A0A1BD-7478-6042-C35D-DCF430C527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31765C-E752-C6C0-E4C2-714C4651F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4E99C4-00CD-DCDA-8509-AF36876E0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5765-FC1F-4AB2-8B71-0DC866694749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0408A6-F629-9C02-4F64-D58785A47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6F6AD8-ABBC-2438-0DC9-2BE4F3D30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ACD3-14C3-4F6C-8E6E-E5065D91A3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164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F49C8-75AB-AD0C-4B0B-9215DA623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798645-3546-975E-DA57-68A2CFF1C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29986A-E892-ED13-64DD-CA29121BA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5765-FC1F-4AB2-8B71-0DC866694749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4E53FF-6D29-53F6-B484-5BCD170DE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840256-EDD6-825E-C57E-69FD778B5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ACD3-14C3-4F6C-8E6E-E5065D91A3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093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D754A42-4812-AF8D-C022-1B3DB994DB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4C9779-876D-5128-0A4E-07057F4190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51CF26-6C65-DA4B-8A2B-818132DC1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5765-FC1F-4AB2-8B71-0DC866694749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EBC0D5-9AF2-C85E-7D3A-67BB387DE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AA767D-1988-27C1-79D5-F1856053B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3ACD3-14C3-4F6C-8E6E-E5065D91A3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13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B12221F-4A8C-3E29-8E9E-24E279268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1B77A0-8946-199A-6A9E-C0879FB33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0E6BF8-6BAA-B008-289B-272E3C21E1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C5765-FC1F-4AB2-8B71-0DC866694749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506C58-77D7-C2BB-8573-D29B255263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D7F28C-6338-6441-AA71-84EAD2AB95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3ACD3-14C3-4F6C-8E6E-E5065D91A3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339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20F29C9-8536-1F8B-A0A3-4CE2795C3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7344"/>
            <a:ext cx="12192000" cy="578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260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BE9A92E-E180-8FA6-0E74-501DA1D06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49" y="577703"/>
            <a:ext cx="11722702" cy="570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403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905AD84-43EF-AA0B-BB83-73FDAF2A9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98" y="1796966"/>
            <a:ext cx="10763803" cy="326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864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EB24FA1-E8C9-F3B3-0B3A-DBBE99863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7360"/>
            <a:ext cx="12192000" cy="516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220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F8A1E44-0D29-6FAE-3739-6AC5A6B99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6823"/>
            <a:ext cx="12192000" cy="596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903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7E25BB2-3975-57CD-1733-D05B25016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7327"/>
            <a:ext cx="12192000" cy="546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980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84E651B-B2A6-FF05-C958-40D43D9EC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03" y="1434997"/>
            <a:ext cx="11532193" cy="39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462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9E64AA8-915C-8486-CB0F-96A2F9CBD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2394"/>
            <a:ext cx="12192000" cy="407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873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186098C-7FAD-7616-4917-10F0A96CE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284" y="1711236"/>
            <a:ext cx="9379432" cy="343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272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59361D3-57C6-E9B6-53BE-6EFD1E62D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5448"/>
            <a:ext cx="12192000" cy="296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262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8E81186-218F-B9D2-2852-B02304622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29" y="0"/>
            <a:ext cx="119705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320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4586F7C-37A3-39A4-A9B0-98BB89BB6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166" y="1901746"/>
            <a:ext cx="9093667" cy="305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043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0CD025A-0FF2-EFC5-797F-33C955178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3378"/>
            <a:ext cx="12192000" cy="355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36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宽屏</PresentationFormat>
  <Paragraphs>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pucheng li</dc:creator>
  <cp:lastModifiedBy>pucheng li</cp:lastModifiedBy>
  <cp:revision>1</cp:revision>
  <dcterms:created xsi:type="dcterms:W3CDTF">2026-10-10T04:01:45Z</dcterms:created>
  <dcterms:modified xsi:type="dcterms:W3CDTF">2026-10-10T07:43:35Z</dcterms:modified>
</cp:coreProperties>
</file>