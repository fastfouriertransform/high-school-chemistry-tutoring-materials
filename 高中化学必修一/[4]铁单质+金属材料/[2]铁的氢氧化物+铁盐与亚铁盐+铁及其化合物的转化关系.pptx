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97" d="100"/>
          <a:sy n="97" d="100"/>
        </p:scale>
        <p:origin x="10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4ED30C-AB86-40FE-1F27-A3AB294C55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D4AA09A-85EB-2828-208D-8B88DA6B06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A47455-038A-46F6-BEEB-9DD9CB923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DBE38-67B2-4F1C-95E6-386F7E426C88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DD3228-7781-7A2D-00E0-C36F717BE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D0D1203-B983-DFC6-81B5-94C5644E8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44FD3-3F12-43F3-B2FC-5EBC56DF5E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4603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96D4B3-5F69-2797-0C05-4E22D5F9A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922545-6DF6-7377-B6DA-FABA31B8D8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050024-4CE2-92CB-3874-545C577D3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DBE38-67B2-4F1C-95E6-386F7E426C88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8C01B8-EB8A-89DB-F2CE-12109FCF9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C99141-A747-49CD-EAE1-A5EF5E36D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44FD3-3F12-43F3-B2FC-5EBC56DF5E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9809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051561-603B-F871-62BF-C4E832960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25BC487-173C-1AAD-4C5F-4818FB2985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6F150E-57DD-72A8-D5B6-875579C47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DBE38-67B2-4F1C-95E6-386F7E426C88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1806B40-5F51-B489-EF56-AC7CEF867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6F11BF-1E7D-B1F8-776A-48ED21898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44FD3-3F12-43F3-B2FC-5EBC56DF5E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3178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9C070C-C020-8C28-F8C1-06B7D0539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570EFF-D8A6-1365-B4A1-EBCD1D6E40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7D01042-3ED8-10DA-E70A-14D3E4ED0C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54F7A89-E60A-C3A4-B616-229224517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DBE38-67B2-4F1C-95E6-386F7E426C88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EE8A62F-62B3-7259-1DB8-ABE395E22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1365D90-3E6C-2D58-AD6D-615813A8F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44FD3-3F12-43F3-B2FC-5EBC56DF5E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8844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4738E6-849A-6EAD-3805-5171181DB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B8ED932-EC34-25F3-B1A5-9BE2829386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BB440C8-48A0-2A3D-2523-D56B980B10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81CA665-7FEE-1DF1-AACE-EB53A0F98F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5D70854-2151-99CA-2D34-0C4D76A64B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DD360AB-911B-E47B-EF3B-47C639BC3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DBE38-67B2-4F1C-95E6-386F7E426C88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A17B707-F5F2-CB0D-237B-6AAA0467C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74375C6-FC94-11FE-E33E-F0CDCAED2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44FD3-3F12-43F3-B2FC-5EBC56DF5E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9981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B1F844-3375-4E7A-B67C-EE978E8F7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EF6F29E-41DA-A3B5-EEBA-621C1D69A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DBE38-67B2-4F1C-95E6-386F7E426C88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23FC090-30AA-A413-408D-91BC5FB03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6A71183-EC3A-3B7C-6A37-4B8B7EC6F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44FD3-3F12-43F3-B2FC-5EBC56DF5E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0994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F34D51B-BF69-762A-4148-4E3F82B74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DBE38-67B2-4F1C-95E6-386F7E426C88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1E8E1B0-D309-4062-28E6-E3DEABD25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9A98BC7-2861-FF75-381E-1436B00CB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44FD3-3F12-43F3-B2FC-5EBC56DF5E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8115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18BF71-EA4C-D205-599B-F591C7036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15A747-9BD7-46B4-EBD3-8E4B580D8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FE6B432-C13F-53D5-862B-E2DEC947F9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95057D8-6C31-E8B6-3915-3B33E5CD7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DBE38-67B2-4F1C-95E6-386F7E426C88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738F66A-D3B4-AFFD-321B-FAFABAADF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499C07A-02C0-7909-421E-2C809ABB4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44FD3-3F12-43F3-B2FC-5EBC56DF5E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760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CF236E-029C-863B-4F0E-9610D1079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4CA7DA6-A4AA-D9D8-9C44-F187CAE853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CBFACF4-7851-D670-7B59-0F9FCB264A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8851808-A7AD-0A69-DC01-480621585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DBE38-67B2-4F1C-95E6-386F7E426C88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E09F81F-5458-7712-9009-57EB44152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5E4744-44BA-8E5C-56AF-36076B60D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44FD3-3F12-43F3-B2FC-5EBC56DF5E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3598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6C308F-C908-E682-7583-AF539D889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094D6D8-27E8-0F61-AD57-884C3083C0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188108-A633-9571-4650-97901CC45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DBE38-67B2-4F1C-95E6-386F7E426C88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2598A9-7AB5-2F21-BE7C-876C6F042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4E15D1-32B9-0311-4B3E-EFF81F1D1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44FD3-3F12-43F3-B2FC-5EBC56DF5E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3972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0CC22A6-E775-24A1-16EA-BD7B483AE7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4A96D90-E8E0-D718-0CF8-17CFE72272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426BE5-74BB-7F6E-936A-777F42517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DBE38-67B2-4F1C-95E6-386F7E426C88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805E2B-1A5B-8607-D12C-8DB2A6347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A761E1-87B1-96A5-DE09-FC603BBF8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44FD3-3F12-43F3-B2FC-5EBC56DF5E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7202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6AE266E-144B-49B8-41AF-9E1ADD0BB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F50B6AA-6FF4-FBCC-3991-9E16FFC5EA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3BA498-CC6D-2CE7-6D32-F1B4239CFC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5DBE38-67B2-4F1C-95E6-386F7E426C88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B82B14-DF66-7811-652B-89D0454EF8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425C08-8F23-A803-DB8F-5242F5ED5A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344FD3-3F12-43F3-B2FC-5EBC56DF5E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7902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10E067B-A4BE-F4F0-5C0A-0C4F12D72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375" y="0"/>
            <a:ext cx="107532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361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DD7739D-6D86-3F0E-E901-D04ABCC768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1257"/>
            <a:ext cx="12192000" cy="5335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492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773DD96-96BC-9D3E-4C39-B5D0E92BE3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9681"/>
            <a:ext cx="12192000" cy="589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181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DE6CA5B-5B60-F575-892D-E4DEC945C7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362" y="2600282"/>
            <a:ext cx="11189275" cy="1657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102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89AD859-A933-1AC6-538A-45D2FDBB76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49741"/>
            <a:ext cx="12192000" cy="1758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497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81CD887-92C2-1707-8B8C-15BA7EB347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2954"/>
            <a:ext cx="12192000" cy="4772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3304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23EB650-7800-DBA6-5C95-3F3F1BBCE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3038"/>
            <a:ext cx="12192000" cy="5331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1000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1E83684-193D-4C0A-4570-19079628B4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489" y="0"/>
            <a:ext cx="102510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303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1851FA9-7587-AB1D-15B9-A58FEDBD12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879" y="0"/>
            <a:ext cx="96982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4245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15A5FCF-90F0-9E9D-768C-7E0D3E622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1087"/>
            <a:ext cx="12192000" cy="5035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1038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608B4D4-2124-8D5C-7D09-0F71277FC3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19751"/>
            <a:ext cx="12192000" cy="3818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9909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AEECAA0-413B-D871-99B8-AD535DB410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5276"/>
            <a:ext cx="12192000" cy="5307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3502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5A4A549-CE57-A090-7BB0-C5281EEA89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80758"/>
            <a:ext cx="12192000" cy="2496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1844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5B1181C-C7F8-3E2E-DA52-ED1433F59D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45" y="72852"/>
            <a:ext cx="11849709" cy="6712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2620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9D1400D-1F00-E3BA-3736-26DA87E2E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023" y="0"/>
            <a:ext cx="116099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7711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1FB82B2-0784-D066-F895-7841486C3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3091"/>
            <a:ext cx="12192000" cy="6531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874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D175308-E283-87B7-7338-7C24BF1B75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4705"/>
            <a:ext cx="12192000" cy="4148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3169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74DBDCE-32DC-2526-2A10-F5B169F14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68" y="1215911"/>
            <a:ext cx="11932263" cy="4426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6419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97B3A66-9BE0-9C8E-03FF-1E026BD34E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733"/>
            <a:ext cx="12192000" cy="517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5277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0</Words>
  <Application>Microsoft Office PowerPoint</Application>
  <PresentationFormat>宽屏</PresentationFormat>
  <Paragraphs>0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3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pucheng li</dc:creator>
  <cp:lastModifiedBy>pucheng li</cp:lastModifiedBy>
  <cp:revision>1</cp:revision>
  <dcterms:created xsi:type="dcterms:W3CDTF">2026-10-10T04:16:18Z</dcterms:created>
  <dcterms:modified xsi:type="dcterms:W3CDTF">2026-10-10T07:41:38Z</dcterms:modified>
</cp:coreProperties>
</file>